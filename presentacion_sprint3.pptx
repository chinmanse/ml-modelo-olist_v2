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handoutMasterIdLst>
    <p:handoutMasterId r:id="rId12"/>
  </p:handoutMasterIdLst>
  <p:sldIdLst>
    <p:sldId id="271" r:id="rId2"/>
    <p:sldId id="264" r:id="rId3"/>
    <p:sldId id="268" r:id="rId4"/>
    <p:sldId id="277" r:id="rId5"/>
    <p:sldId id="282" r:id="rId6"/>
    <p:sldId id="280" r:id="rId7"/>
    <p:sldId id="281" r:id="rId8"/>
    <p:sldId id="283" r:id="rId9"/>
    <p:sldId id="28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cción predeterminada" id="{1DE3C8D4-2260-4659-A4CF-27A8D6B5C5A8}">
          <p14:sldIdLst>
            <p14:sldId id="271"/>
            <p14:sldId id="264"/>
            <p14:sldId id="268"/>
            <p14:sldId id="277"/>
            <p14:sldId id="282"/>
            <p14:sldId id="280"/>
            <p14:sldId id="281"/>
            <p14:sldId id="283"/>
            <p14:sldId id="284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D317E"/>
    <a:srgbClr val="CBCDED"/>
    <a:srgbClr val="E9EAF7"/>
    <a:srgbClr val="E3E4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C8B9E53-A8C1-98A6-778B-38BC1FC20744}" v="67" dt="2025-11-15T13:24:03.43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78" y="77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6A65703-E29A-495D-B0AB-DE7C05B69921}" type="doc">
      <dgm:prSet loTypeId="urn:microsoft.com/office/officeart/2005/8/layout/hProcess9" loCatId="process" qsTypeId="urn:microsoft.com/office/officeart/2005/8/quickstyle/simple1" qsCatId="simple" csTypeId="urn:microsoft.com/office/officeart/2005/8/colors/accent1_2" csCatId="accent1" phldr="1"/>
      <dgm:spPr/>
    </dgm:pt>
    <dgm:pt modelId="{E3661A2E-55AC-46DA-8B69-0DAE58B45B95}">
      <dgm:prSet phldrT="[Texto]" phldr="0"/>
      <dgm:spPr/>
      <dgm:t>
        <a:bodyPr/>
        <a:lstStyle/>
        <a:p>
          <a:r>
            <a:rPr lang="es-ES" dirty="0"/>
            <a:t>Ingestión</a:t>
          </a:r>
        </a:p>
      </dgm:t>
    </dgm:pt>
    <dgm:pt modelId="{253FD89A-7E27-4356-BFF3-9D4E1608BEA4}" type="parTrans" cxnId="{D16B9944-CB0D-431F-8161-11E10E3EEF76}">
      <dgm:prSet/>
      <dgm:spPr/>
      <dgm:t>
        <a:bodyPr/>
        <a:lstStyle/>
        <a:p>
          <a:endParaRPr lang="es-ES"/>
        </a:p>
      </dgm:t>
    </dgm:pt>
    <dgm:pt modelId="{89C47DCD-5E19-4DBC-87FD-53F2D6FF0575}" type="sibTrans" cxnId="{D16B9944-CB0D-431F-8161-11E10E3EEF76}">
      <dgm:prSet/>
      <dgm:spPr/>
      <dgm:t>
        <a:bodyPr/>
        <a:lstStyle/>
        <a:p>
          <a:endParaRPr lang="es-ES"/>
        </a:p>
      </dgm:t>
    </dgm:pt>
    <dgm:pt modelId="{3AAA20E0-835C-4B84-835A-9494E2F67014}">
      <dgm:prSet phldrT="[Texto]" phldr="0"/>
      <dgm:spPr/>
      <dgm:t>
        <a:bodyPr/>
        <a:lstStyle/>
        <a:p>
          <a:r>
            <a:rPr lang="es-ES" dirty="0"/>
            <a:t>Pre procesamiento</a:t>
          </a:r>
        </a:p>
      </dgm:t>
    </dgm:pt>
    <dgm:pt modelId="{9CA8E7CC-24C5-4359-A7AD-AF918F40F547}" type="parTrans" cxnId="{AF7F96EF-0703-4ABF-BF09-F07106DA36FC}">
      <dgm:prSet/>
      <dgm:spPr/>
      <dgm:t>
        <a:bodyPr/>
        <a:lstStyle/>
        <a:p>
          <a:endParaRPr lang="es-ES"/>
        </a:p>
      </dgm:t>
    </dgm:pt>
    <dgm:pt modelId="{0A072603-D51D-4746-912C-D5276F5AB902}" type="sibTrans" cxnId="{AF7F96EF-0703-4ABF-BF09-F07106DA36FC}">
      <dgm:prSet/>
      <dgm:spPr/>
      <dgm:t>
        <a:bodyPr/>
        <a:lstStyle/>
        <a:p>
          <a:endParaRPr lang="es-ES"/>
        </a:p>
      </dgm:t>
    </dgm:pt>
    <dgm:pt modelId="{A277DDA9-1B7D-4576-A5BD-90FBEE301112}">
      <dgm:prSet phldrT="[Texto]" phldr="0"/>
      <dgm:spPr/>
      <dgm:t>
        <a:bodyPr/>
        <a:lstStyle/>
        <a:p>
          <a:pPr rtl="0"/>
          <a:r>
            <a:rPr lang="es-ES" dirty="0"/>
            <a:t>Selección de variables</a:t>
          </a:r>
        </a:p>
        <a:p>
          <a:pPr rtl="0"/>
          <a:r>
            <a:rPr lang="es-ES" dirty="0"/>
            <a:t>- </a:t>
          </a:r>
          <a:r>
            <a:rPr lang="es-ES" dirty="0" err="1"/>
            <a:t>Random</a:t>
          </a:r>
          <a:r>
            <a:rPr lang="es-ES" dirty="0"/>
            <a:t> Forest</a:t>
          </a:r>
        </a:p>
        <a:p>
          <a:pPr rtl="0"/>
          <a:r>
            <a:rPr lang="es-ES" dirty="0"/>
            <a:t>(20)</a:t>
          </a:r>
        </a:p>
      </dgm:t>
    </dgm:pt>
    <dgm:pt modelId="{61245DFE-69B5-4898-A1F4-0A5D041424E3}" type="parTrans" cxnId="{60472D2F-064C-4964-ABB0-3A69C0E97E45}">
      <dgm:prSet/>
      <dgm:spPr/>
      <dgm:t>
        <a:bodyPr/>
        <a:lstStyle/>
        <a:p>
          <a:endParaRPr lang="es-ES"/>
        </a:p>
      </dgm:t>
    </dgm:pt>
    <dgm:pt modelId="{F0D82D11-9074-451D-AD4C-189BCBC6D211}" type="sibTrans" cxnId="{60472D2F-064C-4964-ABB0-3A69C0E97E45}">
      <dgm:prSet/>
      <dgm:spPr/>
      <dgm:t>
        <a:bodyPr/>
        <a:lstStyle/>
        <a:p>
          <a:endParaRPr lang="es-ES"/>
        </a:p>
      </dgm:t>
    </dgm:pt>
    <dgm:pt modelId="{E5CE05CB-A2B1-4F4E-AE4E-8DF84C3B136B}">
      <dgm:prSet phldr="0"/>
      <dgm:spPr/>
      <dgm:t>
        <a:bodyPr/>
        <a:lstStyle/>
        <a:p>
          <a:pPr rtl="0"/>
          <a:r>
            <a:rPr lang="es-ES" dirty="0"/>
            <a:t>Ingeniería de Características</a:t>
          </a:r>
        </a:p>
      </dgm:t>
    </dgm:pt>
    <dgm:pt modelId="{F44A1C3E-EEC3-4F76-8F8A-36F5BC05E3F8}" type="parTrans" cxnId="{77AC3093-FE9E-4CA7-9B02-C7434F160770}">
      <dgm:prSet/>
      <dgm:spPr/>
      <dgm:t>
        <a:bodyPr/>
        <a:lstStyle/>
        <a:p>
          <a:endParaRPr lang="es-ES"/>
        </a:p>
      </dgm:t>
    </dgm:pt>
    <dgm:pt modelId="{E8AA45B2-6257-44CA-8AC8-417330263047}" type="sibTrans" cxnId="{77AC3093-FE9E-4CA7-9B02-C7434F160770}">
      <dgm:prSet/>
      <dgm:spPr/>
      <dgm:t>
        <a:bodyPr/>
        <a:lstStyle/>
        <a:p>
          <a:endParaRPr lang="es-ES"/>
        </a:p>
      </dgm:t>
    </dgm:pt>
    <dgm:pt modelId="{7FF1835A-EE52-47C1-A497-4024E41D1BB7}">
      <dgm:prSet phldr="0"/>
      <dgm:spPr/>
      <dgm:t>
        <a:bodyPr/>
        <a:lstStyle/>
        <a:p>
          <a:r>
            <a:rPr lang="es-ES" dirty="0"/>
            <a:t>Entrenamientos a 3 modelos</a:t>
          </a:r>
        </a:p>
        <a:p>
          <a:r>
            <a:rPr lang="es-ES" dirty="0"/>
            <a:t>- Regresión Lineal </a:t>
          </a:r>
        </a:p>
        <a:p>
          <a:r>
            <a:rPr lang="es-ES" dirty="0"/>
            <a:t>- </a:t>
          </a:r>
          <a:r>
            <a:rPr lang="es-ES" dirty="0" err="1"/>
            <a:t>XGBoost</a:t>
          </a:r>
          <a:endParaRPr lang="es-ES" dirty="0"/>
        </a:p>
        <a:p>
          <a:r>
            <a:rPr lang="es-ES" dirty="0"/>
            <a:t>- </a:t>
          </a:r>
          <a:r>
            <a:rPr lang="es-ES" dirty="0" err="1"/>
            <a:t>Random</a:t>
          </a:r>
          <a:r>
            <a:rPr lang="es-ES" dirty="0"/>
            <a:t> Forest</a:t>
          </a:r>
        </a:p>
      </dgm:t>
    </dgm:pt>
    <dgm:pt modelId="{98E61E08-2DD3-49BE-A12C-1AAEB23809FC}" type="parTrans" cxnId="{0D73D296-1894-47DD-A747-D32BBCC19300}">
      <dgm:prSet/>
      <dgm:spPr/>
      <dgm:t>
        <a:bodyPr/>
        <a:lstStyle/>
        <a:p>
          <a:endParaRPr lang="es-ES"/>
        </a:p>
      </dgm:t>
    </dgm:pt>
    <dgm:pt modelId="{B9EBA7B8-173D-4115-BBE2-16D8E16BA7EB}" type="sibTrans" cxnId="{0D73D296-1894-47DD-A747-D32BBCC19300}">
      <dgm:prSet/>
      <dgm:spPr/>
      <dgm:t>
        <a:bodyPr/>
        <a:lstStyle/>
        <a:p>
          <a:endParaRPr lang="es-ES"/>
        </a:p>
      </dgm:t>
    </dgm:pt>
    <dgm:pt modelId="{21CFC770-A50C-4B45-912C-A4EDC2236A37}">
      <dgm:prSet phldr="0"/>
      <dgm:spPr/>
      <dgm:t>
        <a:bodyPr/>
        <a:lstStyle/>
        <a:p>
          <a:r>
            <a:rPr lang="es-ES" dirty="0"/>
            <a:t>Evaluación</a:t>
          </a:r>
        </a:p>
      </dgm:t>
    </dgm:pt>
    <dgm:pt modelId="{FB25FAFC-9BBC-4662-80A6-8B94AF4A87DA}" type="parTrans" cxnId="{FDFB6748-AFAE-439E-9AC1-1B8E0D9545DF}">
      <dgm:prSet/>
      <dgm:spPr/>
      <dgm:t>
        <a:bodyPr/>
        <a:lstStyle/>
        <a:p>
          <a:endParaRPr lang="es-ES"/>
        </a:p>
      </dgm:t>
    </dgm:pt>
    <dgm:pt modelId="{314363FE-514C-486A-A308-67ECBA850842}" type="sibTrans" cxnId="{FDFB6748-AFAE-439E-9AC1-1B8E0D9545DF}">
      <dgm:prSet/>
      <dgm:spPr/>
      <dgm:t>
        <a:bodyPr/>
        <a:lstStyle/>
        <a:p>
          <a:endParaRPr lang="es-ES"/>
        </a:p>
      </dgm:t>
    </dgm:pt>
    <dgm:pt modelId="{D97DD0F9-139A-4958-A2A3-1082363CF423}">
      <dgm:prSet phldr="0"/>
      <dgm:spPr/>
      <dgm:t>
        <a:bodyPr/>
        <a:lstStyle/>
        <a:p>
          <a:r>
            <a:rPr lang="es-ES" dirty="0"/>
            <a:t>Generación del mejor modelo (Archivo .</a:t>
          </a:r>
          <a:r>
            <a:rPr lang="es-ES" dirty="0" err="1"/>
            <a:t>pkl</a:t>
          </a:r>
          <a:r>
            <a:rPr lang="es-ES" dirty="0"/>
            <a:t>)</a:t>
          </a:r>
        </a:p>
      </dgm:t>
    </dgm:pt>
    <dgm:pt modelId="{A20BCA0D-588B-4B21-90E0-120C2C6C8816}" type="parTrans" cxnId="{41A6F280-D57D-48CE-A1A4-DABF17B99C78}">
      <dgm:prSet/>
      <dgm:spPr/>
      <dgm:t>
        <a:bodyPr/>
        <a:lstStyle/>
        <a:p>
          <a:endParaRPr lang="es-BO"/>
        </a:p>
      </dgm:t>
    </dgm:pt>
    <dgm:pt modelId="{EB85331A-38B0-43DD-97F0-77A314DEBA58}" type="sibTrans" cxnId="{41A6F280-D57D-48CE-A1A4-DABF17B99C78}">
      <dgm:prSet/>
      <dgm:spPr/>
      <dgm:t>
        <a:bodyPr/>
        <a:lstStyle/>
        <a:p>
          <a:endParaRPr lang="es-BO"/>
        </a:p>
      </dgm:t>
    </dgm:pt>
    <dgm:pt modelId="{302FAECE-D915-41A7-B1EA-D06D325B223C}" type="pres">
      <dgm:prSet presAssocID="{C6A65703-E29A-495D-B0AB-DE7C05B69921}" presName="CompostProcess" presStyleCnt="0">
        <dgm:presLayoutVars>
          <dgm:dir/>
          <dgm:resizeHandles val="exact"/>
        </dgm:presLayoutVars>
      </dgm:prSet>
      <dgm:spPr/>
    </dgm:pt>
    <dgm:pt modelId="{4318B65C-3F46-4A79-A32A-138D57B39161}" type="pres">
      <dgm:prSet presAssocID="{C6A65703-E29A-495D-B0AB-DE7C05B69921}" presName="arrow" presStyleLbl="bgShp" presStyleIdx="0" presStyleCnt="1"/>
      <dgm:spPr/>
    </dgm:pt>
    <dgm:pt modelId="{157268A7-B100-446A-B960-2B304ABFFF99}" type="pres">
      <dgm:prSet presAssocID="{C6A65703-E29A-495D-B0AB-DE7C05B69921}" presName="linearProcess" presStyleCnt="0"/>
      <dgm:spPr/>
    </dgm:pt>
    <dgm:pt modelId="{77F86E76-B1A5-4D08-A12A-3C58C708D4FF}" type="pres">
      <dgm:prSet presAssocID="{E3661A2E-55AC-46DA-8B69-0DAE58B45B95}" presName="textNode" presStyleLbl="node1" presStyleIdx="0" presStyleCnt="7">
        <dgm:presLayoutVars>
          <dgm:bulletEnabled val="1"/>
        </dgm:presLayoutVars>
      </dgm:prSet>
      <dgm:spPr/>
    </dgm:pt>
    <dgm:pt modelId="{1540A194-8659-4165-8923-935F52325289}" type="pres">
      <dgm:prSet presAssocID="{89C47DCD-5E19-4DBC-87FD-53F2D6FF0575}" presName="sibTrans" presStyleCnt="0"/>
      <dgm:spPr/>
    </dgm:pt>
    <dgm:pt modelId="{2D2A8D22-53AF-42EF-83FA-DB1D45DA974D}" type="pres">
      <dgm:prSet presAssocID="{3AAA20E0-835C-4B84-835A-9494E2F67014}" presName="textNode" presStyleLbl="node1" presStyleIdx="1" presStyleCnt="7">
        <dgm:presLayoutVars>
          <dgm:bulletEnabled val="1"/>
        </dgm:presLayoutVars>
      </dgm:prSet>
      <dgm:spPr/>
    </dgm:pt>
    <dgm:pt modelId="{3B93FF69-2EF1-4007-8A69-BC4E265D669D}" type="pres">
      <dgm:prSet presAssocID="{0A072603-D51D-4746-912C-D5276F5AB902}" presName="sibTrans" presStyleCnt="0"/>
      <dgm:spPr/>
    </dgm:pt>
    <dgm:pt modelId="{988C27A5-B8E0-4A09-933E-832C1E656CE5}" type="pres">
      <dgm:prSet presAssocID="{E5CE05CB-A2B1-4F4E-AE4E-8DF84C3B136B}" presName="textNode" presStyleLbl="node1" presStyleIdx="2" presStyleCnt="7">
        <dgm:presLayoutVars>
          <dgm:bulletEnabled val="1"/>
        </dgm:presLayoutVars>
      </dgm:prSet>
      <dgm:spPr/>
    </dgm:pt>
    <dgm:pt modelId="{3BBFC98B-FF15-425B-AA33-ABD27024D66C}" type="pres">
      <dgm:prSet presAssocID="{E8AA45B2-6257-44CA-8AC8-417330263047}" presName="sibTrans" presStyleCnt="0"/>
      <dgm:spPr/>
    </dgm:pt>
    <dgm:pt modelId="{70553823-24D3-4CC4-9C56-194ADEDCF706}" type="pres">
      <dgm:prSet presAssocID="{A277DDA9-1B7D-4576-A5BD-90FBEE301112}" presName="textNode" presStyleLbl="node1" presStyleIdx="3" presStyleCnt="7">
        <dgm:presLayoutVars>
          <dgm:bulletEnabled val="1"/>
        </dgm:presLayoutVars>
      </dgm:prSet>
      <dgm:spPr/>
    </dgm:pt>
    <dgm:pt modelId="{C4F4EE1F-96E2-4AF6-AADE-F73DE8765065}" type="pres">
      <dgm:prSet presAssocID="{F0D82D11-9074-451D-AD4C-189BCBC6D211}" presName="sibTrans" presStyleCnt="0"/>
      <dgm:spPr/>
    </dgm:pt>
    <dgm:pt modelId="{3C98291B-1C0F-4636-A59A-ABC9BB08B598}" type="pres">
      <dgm:prSet presAssocID="{7FF1835A-EE52-47C1-A497-4024E41D1BB7}" presName="textNode" presStyleLbl="node1" presStyleIdx="4" presStyleCnt="7">
        <dgm:presLayoutVars>
          <dgm:bulletEnabled val="1"/>
        </dgm:presLayoutVars>
      </dgm:prSet>
      <dgm:spPr/>
    </dgm:pt>
    <dgm:pt modelId="{8D399C33-ADA8-4838-9526-5616BD9C6D53}" type="pres">
      <dgm:prSet presAssocID="{B9EBA7B8-173D-4115-BBE2-16D8E16BA7EB}" presName="sibTrans" presStyleCnt="0"/>
      <dgm:spPr/>
    </dgm:pt>
    <dgm:pt modelId="{FA57F57C-B939-4CAA-A792-932088E57CC3}" type="pres">
      <dgm:prSet presAssocID="{21CFC770-A50C-4B45-912C-A4EDC2236A37}" presName="textNode" presStyleLbl="node1" presStyleIdx="5" presStyleCnt="7">
        <dgm:presLayoutVars>
          <dgm:bulletEnabled val="1"/>
        </dgm:presLayoutVars>
      </dgm:prSet>
      <dgm:spPr/>
    </dgm:pt>
    <dgm:pt modelId="{D60D84E9-7264-4D67-9E3D-F5EC148EDC8C}" type="pres">
      <dgm:prSet presAssocID="{314363FE-514C-486A-A308-67ECBA850842}" presName="sibTrans" presStyleCnt="0"/>
      <dgm:spPr/>
    </dgm:pt>
    <dgm:pt modelId="{CC1828F8-DB9B-48C7-8490-3E31852DE3C3}" type="pres">
      <dgm:prSet presAssocID="{D97DD0F9-139A-4958-A2A3-1082363CF423}" presName="textNode" presStyleLbl="node1" presStyleIdx="6" presStyleCnt="7">
        <dgm:presLayoutVars>
          <dgm:bulletEnabled val="1"/>
        </dgm:presLayoutVars>
      </dgm:prSet>
      <dgm:spPr/>
    </dgm:pt>
  </dgm:ptLst>
  <dgm:cxnLst>
    <dgm:cxn modelId="{C6A8390A-90AA-4DA4-9313-76F6AA375F09}" type="presOf" srcId="{E3661A2E-55AC-46DA-8B69-0DAE58B45B95}" destId="{77F86E76-B1A5-4D08-A12A-3C58C708D4FF}" srcOrd="0" destOrd="0" presId="urn:microsoft.com/office/officeart/2005/8/layout/hProcess9"/>
    <dgm:cxn modelId="{7289D60E-F1AA-435E-A060-388072CBB5AA}" type="presOf" srcId="{7FF1835A-EE52-47C1-A497-4024E41D1BB7}" destId="{3C98291B-1C0F-4636-A59A-ABC9BB08B598}" srcOrd="0" destOrd="0" presId="urn:microsoft.com/office/officeart/2005/8/layout/hProcess9"/>
    <dgm:cxn modelId="{60472D2F-064C-4964-ABB0-3A69C0E97E45}" srcId="{C6A65703-E29A-495D-B0AB-DE7C05B69921}" destId="{A277DDA9-1B7D-4576-A5BD-90FBEE301112}" srcOrd="3" destOrd="0" parTransId="{61245DFE-69B5-4898-A1F4-0A5D041424E3}" sibTransId="{F0D82D11-9074-451D-AD4C-189BCBC6D211}"/>
    <dgm:cxn modelId="{D16B9944-CB0D-431F-8161-11E10E3EEF76}" srcId="{C6A65703-E29A-495D-B0AB-DE7C05B69921}" destId="{E3661A2E-55AC-46DA-8B69-0DAE58B45B95}" srcOrd="0" destOrd="0" parTransId="{253FD89A-7E27-4356-BFF3-9D4E1608BEA4}" sibTransId="{89C47DCD-5E19-4DBC-87FD-53F2D6FF0575}"/>
    <dgm:cxn modelId="{FDFB6748-AFAE-439E-9AC1-1B8E0D9545DF}" srcId="{C6A65703-E29A-495D-B0AB-DE7C05B69921}" destId="{21CFC770-A50C-4B45-912C-A4EDC2236A37}" srcOrd="5" destOrd="0" parTransId="{FB25FAFC-9BBC-4662-80A6-8B94AF4A87DA}" sibTransId="{314363FE-514C-486A-A308-67ECBA850842}"/>
    <dgm:cxn modelId="{B744D976-E0B9-41BF-BDB1-44BC08DEAC23}" type="presOf" srcId="{D97DD0F9-139A-4958-A2A3-1082363CF423}" destId="{CC1828F8-DB9B-48C7-8490-3E31852DE3C3}" srcOrd="0" destOrd="0" presId="urn:microsoft.com/office/officeart/2005/8/layout/hProcess9"/>
    <dgm:cxn modelId="{3A5F1C78-EC94-4352-AF1C-511993139559}" type="presOf" srcId="{C6A65703-E29A-495D-B0AB-DE7C05B69921}" destId="{302FAECE-D915-41A7-B1EA-D06D325B223C}" srcOrd="0" destOrd="0" presId="urn:microsoft.com/office/officeart/2005/8/layout/hProcess9"/>
    <dgm:cxn modelId="{41A6F280-D57D-48CE-A1A4-DABF17B99C78}" srcId="{C6A65703-E29A-495D-B0AB-DE7C05B69921}" destId="{D97DD0F9-139A-4958-A2A3-1082363CF423}" srcOrd="6" destOrd="0" parTransId="{A20BCA0D-588B-4B21-90E0-120C2C6C8816}" sibTransId="{EB85331A-38B0-43DD-97F0-77A314DEBA58}"/>
    <dgm:cxn modelId="{1059B68E-D62A-4E38-A2D7-7E1A91F0805C}" type="presOf" srcId="{A277DDA9-1B7D-4576-A5BD-90FBEE301112}" destId="{70553823-24D3-4CC4-9C56-194ADEDCF706}" srcOrd="0" destOrd="0" presId="urn:microsoft.com/office/officeart/2005/8/layout/hProcess9"/>
    <dgm:cxn modelId="{77AC3093-FE9E-4CA7-9B02-C7434F160770}" srcId="{C6A65703-E29A-495D-B0AB-DE7C05B69921}" destId="{E5CE05CB-A2B1-4F4E-AE4E-8DF84C3B136B}" srcOrd="2" destOrd="0" parTransId="{F44A1C3E-EEC3-4F76-8F8A-36F5BC05E3F8}" sibTransId="{E8AA45B2-6257-44CA-8AC8-417330263047}"/>
    <dgm:cxn modelId="{0D73D296-1894-47DD-A747-D32BBCC19300}" srcId="{C6A65703-E29A-495D-B0AB-DE7C05B69921}" destId="{7FF1835A-EE52-47C1-A497-4024E41D1BB7}" srcOrd="4" destOrd="0" parTransId="{98E61E08-2DD3-49BE-A12C-1AAEB23809FC}" sibTransId="{B9EBA7B8-173D-4115-BBE2-16D8E16BA7EB}"/>
    <dgm:cxn modelId="{127782C9-35F7-4DF4-B096-DCCED71FEB45}" type="presOf" srcId="{3AAA20E0-835C-4B84-835A-9494E2F67014}" destId="{2D2A8D22-53AF-42EF-83FA-DB1D45DA974D}" srcOrd="0" destOrd="0" presId="urn:microsoft.com/office/officeart/2005/8/layout/hProcess9"/>
    <dgm:cxn modelId="{AF7F96EF-0703-4ABF-BF09-F07106DA36FC}" srcId="{C6A65703-E29A-495D-B0AB-DE7C05B69921}" destId="{3AAA20E0-835C-4B84-835A-9494E2F67014}" srcOrd="1" destOrd="0" parTransId="{9CA8E7CC-24C5-4359-A7AD-AF918F40F547}" sibTransId="{0A072603-D51D-4746-912C-D5276F5AB902}"/>
    <dgm:cxn modelId="{0A472EF7-8FA0-4DC9-8F25-3DBEEECE074C}" type="presOf" srcId="{21CFC770-A50C-4B45-912C-A4EDC2236A37}" destId="{FA57F57C-B939-4CAA-A792-932088E57CC3}" srcOrd="0" destOrd="0" presId="urn:microsoft.com/office/officeart/2005/8/layout/hProcess9"/>
    <dgm:cxn modelId="{10F8DCFF-5F31-4DBA-B679-1DD6E719F270}" type="presOf" srcId="{E5CE05CB-A2B1-4F4E-AE4E-8DF84C3B136B}" destId="{988C27A5-B8E0-4A09-933E-832C1E656CE5}" srcOrd="0" destOrd="0" presId="urn:microsoft.com/office/officeart/2005/8/layout/hProcess9"/>
    <dgm:cxn modelId="{45E1C5A6-19B8-4770-A33C-0AC6C4BEC60A}" type="presParOf" srcId="{302FAECE-D915-41A7-B1EA-D06D325B223C}" destId="{4318B65C-3F46-4A79-A32A-138D57B39161}" srcOrd="0" destOrd="0" presId="urn:microsoft.com/office/officeart/2005/8/layout/hProcess9"/>
    <dgm:cxn modelId="{601E709B-BDA0-4235-9AFB-8F29C180853A}" type="presParOf" srcId="{302FAECE-D915-41A7-B1EA-D06D325B223C}" destId="{157268A7-B100-446A-B960-2B304ABFFF99}" srcOrd="1" destOrd="0" presId="urn:microsoft.com/office/officeart/2005/8/layout/hProcess9"/>
    <dgm:cxn modelId="{B0DEEE6D-E76D-4668-910B-E0B8F07D727B}" type="presParOf" srcId="{157268A7-B100-446A-B960-2B304ABFFF99}" destId="{77F86E76-B1A5-4D08-A12A-3C58C708D4FF}" srcOrd="0" destOrd="0" presId="urn:microsoft.com/office/officeart/2005/8/layout/hProcess9"/>
    <dgm:cxn modelId="{06F12C65-9A9E-4C8B-955B-A606035433BB}" type="presParOf" srcId="{157268A7-B100-446A-B960-2B304ABFFF99}" destId="{1540A194-8659-4165-8923-935F52325289}" srcOrd="1" destOrd="0" presId="urn:microsoft.com/office/officeart/2005/8/layout/hProcess9"/>
    <dgm:cxn modelId="{0D880237-EF58-4FCD-9322-62B461834DAD}" type="presParOf" srcId="{157268A7-B100-446A-B960-2B304ABFFF99}" destId="{2D2A8D22-53AF-42EF-83FA-DB1D45DA974D}" srcOrd="2" destOrd="0" presId="urn:microsoft.com/office/officeart/2005/8/layout/hProcess9"/>
    <dgm:cxn modelId="{771DFD94-652A-4E1C-9A54-82790546A007}" type="presParOf" srcId="{157268A7-B100-446A-B960-2B304ABFFF99}" destId="{3B93FF69-2EF1-4007-8A69-BC4E265D669D}" srcOrd="3" destOrd="0" presId="urn:microsoft.com/office/officeart/2005/8/layout/hProcess9"/>
    <dgm:cxn modelId="{96544CB0-46FD-4E70-9CF4-9328C5879C7C}" type="presParOf" srcId="{157268A7-B100-446A-B960-2B304ABFFF99}" destId="{988C27A5-B8E0-4A09-933E-832C1E656CE5}" srcOrd="4" destOrd="0" presId="urn:microsoft.com/office/officeart/2005/8/layout/hProcess9"/>
    <dgm:cxn modelId="{9D79F9EF-8AA1-4D4E-BE74-167AB34E66EE}" type="presParOf" srcId="{157268A7-B100-446A-B960-2B304ABFFF99}" destId="{3BBFC98B-FF15-425B-AA33-ABD27024D66C}" srcOrd="5" destOrd="0" presId="urn:microsoft.com/office/officeart/2005/8/layout/hProcess9"/>
    <dgm:cxn modelId="{0310E19D-87F3-456B-AB3A-CEC2520D5DAE}" type="presParOf" srcId="{157268A7-B100-446A-B960-2B304ABFFF99}" destId="{70553823-24D3-4CC4-9C56-194ADEDCF706}" srcOrd="6" destOrd="0" presId="urn:microsoft.com/office/officeart/2005/8/layout/hProcess9"/>
    <dgm:cxn modelId="{3FBCDCA2-4434-4620-8AC3-88DAEFEF371F}" type="presParOf" srcId="{157268A7-B100-446A-B960-2B304ABFFF99}" destId="{C4F4EE1F-96E2-4AF6-AADE-F73DE8765065}" srcOrd="7" destOrd="0" presId="urn:microsoft.com/office/officeart/2005/8/layout/hProcess9"/>
    <dgm:cxn modelId="{77165C08-C027-47C2-B2F4-A7616DB0D955}" type="presParOf" srcId="{157268A7-B100-446A-B960-2B304ABFFF99}" destId="{3C98291B-1C0F-4636-A59A-ABC9BB08B598}" srcOrd="8" destOrd="0" presId="urn:microsoft.com/office/officeart/2005/8/layout/hProcess9"/>
    <dgm:cxn modelId="{1F6861C5-DA50-4A9E-803E-762C6FBECB80}" type="presParOf" srcId="{157268A7-B100-446A-B960-2B304ABFFF99}" destId="{8D399C33-ADA8-4838-9526-5616BD9C6D53}" srcOrd="9" destOrd="0" presId="urn:microsoft.com/office/officeart/2005/8/layout/hProcess9"/>
    <dgm:cxn modelId="{31EB83BE-7F36-4D41-A1EE-AAE6029D2F33}" type="presParOf" srcId="{157268A7-B100-446A-B960-2B304ABFFF99}" destId="{FA57F57C-B939-4CAA-A792-932088E57CC3}" srcOrd="10" destOrd="0" presId="urn:microsoft.com/office/officeart/2005/8/layout/hProcess9"/>
    <dgm:cxn modelId="{B6C5B4A7-3356-44D7-8921-16A384230D45}" type="presParOf" srcId="{157268A7-B100-446A-B960-2B304ABFFF99}" destId="{D60D84E9-7264-4D67-9E3D-F5EC148EDC8C}" srcOrd="11" destOrd="0" presId="urn:microsoft.com/office/officeart/2005/8/layout/hProcess9"/>
    <dgm:cxn modelId="{187D99F2-3323-4C2F-8AE3-D3DDAB307655}" type="presParOf" srcId="{157268A7-B100-446A-B960-2B304ABFFF99}" destId="{CC1828F8-DB9B-48C7-8490-3E31852DE3C3}" srcOrd="12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318B65C-3F46-4A79-A32A-138D57B39161}">
      <dsp:nvSpPr>
        <dsp:cNvPr id="0" name=""/>
        <dsp:cNvSpPr/>
      </dsp:nvSpPr>
      <dsp:spPr>
        <a:xfrm>
          <a:off x="836533" y="0"/>
          <a:ext cx="9480708" cy="3657600"/>
        </a:xfrm>
        <a:prstGeom prst="rightArrow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7F86E76-B1A5-4D08-A12A-3C58C708D4FF}">
      <dsp:nvSpPr>
        <dsp:cNvPr id="0" name=""/>
        <dsp:cNvSpPr/>
      </dsp:nvSpPr>
      <dsp:spPr>
        <a:xfrm>
          <a:off x="953" y="1097279"/>
          <a:ext cx="1527653" cy="14630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100" kern="1200" dirty="0"/>
            <a:t>Ingestión</a:t>
          </a:r>
        </a:p>
      </dsp:txBody>
      <dsp:txXfrm>
        <a:off x="72373" y="1168699"/>
        <a:ext cx="1384813" cy="1320200"/>
      </dsp:txXfrm>
    </dsp:sp>
    <dsp:sp modelId="{2D2A8D22-53AF-42EF-83FA-DB1D45DA974D}">
      <dsp:nvSpPr>
        <dsp:cNvPr id="0" name=""/>
        <dsp:cNvSpPr/>
      </dsp:nvSpPr>
      <dsp:spPr>
        <a:xfrm>
          <a:off x="1604989" y="1097279"/>
          <a:ext cx="1527653" cy="14630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100" kern="1200" dirty="0"/>
            <a:t>Pre procesamiento</a:t>
          </a:r>
        </a:p>
      </dsp:txBody>
      <dsp:txXfrm>
        <a:off x="1676409" y="1168699"/>
        <a:ext cx="1384813" cy="1320200"/>
      </dsp:txXfrm>
    </dsp:sp>
    <dsp:sp modelId="{988C27A5-B8E0-4A09-933E-832C1E656CE5}">
      <dsp:nvSpPr>
        <dsp:cNvPr id="0" name=""/>
        <dsp:cNvSpPr/>
      </dsp:nvSpPr>
      <dsp:spPr>
        <a:xfrm>
          <a:off x="3209024" y="1097279"/>
          <a:ext cx="1527653" cy="14630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100" kern="1200" dirty="0"/>
            <a:t>Ingeniería de Características</a:t>
          </a:r>
        </a:p>
      </dsp:txBody>
      <dsp:txXfrm>
        <a:off x="3280444" y="1168699"/>
        <a:ext cx="1384813" cy="1320200"/>
      </dsp:txXfrm>
    </dsp:sp>
    <dsp:sp modelId="{70553823-24D3-4CC4-9C56-194ADEDCF706}">
      <dsp:nvSpPr>
        <dsp:cNvPr id="0" name=""/>
        <dsp:cNvSpPr/>
      </dsp:nvSpPr>
      <dsp:spPr>
        <a:xfrm>
          <a:off x="4813060" y="1097279"/>
          <a:ext cx="1527653" cy="14630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100" kern="1200" dirty="0"/>
            <a:t>Selección de variables</a:t>
          </a:r>
        </a:p>
        <a:p>
          <a:pPr marL="0" lvl="0" indent="0" algn="ctr" defTabSz="4889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100" kern="1200" dirty="0"/>
            <a:t>- </a:t>
          </a:r>
          <a:r>
            <a:rPr lang="es-ES" sz="1100" kern="1200" dirty="0" err="1"/>
            <a:t>Random</a:t>
          </a:r>
          <a:r>
            <a:rPr lang="es-ES" sz="1100" kern="1200" dirty="0"/>
            <a:t> Forest</a:t>
          </a:r>
        </a:p>
        <a:p>
          <a:pPr marL="0" lvl="0" indent="0" algn="ctr" defTabSz="4889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100" kern="1200" dirty="0"/>
            <a:t>(20)</a:t>
          </a:r>
        </a:p>
      </dsp:txBody>
      <dsp:txXfrm>
        <a:off x="4884480" y="1168699"/>
        <a:ext cx="1384813" cy="1320200"/>
      </dsp:txXfrm>
    </dsp:sp>
    <dsp:sp modelId="{3C98291B-1C0F-4636-A59A-ABC9BB08B598}">
      <dsp:nvSpPr>
        <dsp:cNvPr id="0" name=""/>
        <dsp:cNvSpPr/>
      </dsp:nvSpPr>
      <dsp:spPr>
        <a:xfrm>
          <a:off x="6417096" y="1097279"/>
          <a:ext cx="1527653" cy="14630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100" kern="1200" dirty="0"/>
            <a:t>Entrenamientos a 3 modelos</a:t>
          </a:r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100" kern="1200" dirty="0"/>
            <a:t>- Regresión Lineal </a:t>
          </a:r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100" kern="1200" dirty="0"/>
            <a:t>- </a:t>
          </a:r>
          <a:r>
            <a:rPr lang="es-ES" sz="1100" kern="1200" dirty="0" err="1"/>
            <a:t>XGBoost</a:t>
          </a:r>
          <a:endParaRPr lang="es-ES" sz="1100" kern="1200" dirty="0"/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100" kern="1200" dirty="0"/>
            <a:t>- </a:t>
          </a:r>
          <a:r>
            <a:rPr lang="es-ES" sz="1100" kern="1200" dirty="0" err="1"/>
            <a:t>Random</a:t>
          </a:r>
          <a:r>
            <a:rPr lang="es-ES" sz="1100" kern="1200" dirty="0"/>
            <a:t> Forest</a:t>
          </a:r>
        </a:p>
      </dsp:txBody>
      <dsp:txXfrm>
        <a:off x="6488516" y="1168699"/>
        <a:ext cx="1384813" cy="1320200"/>
      </dsp:txXfrm>
    </dsp:sp>
    <dsp:sp modelId="{FA57F57C-B939-4CAA-A792-932088E57CC3}">
      <dsp:nvSpPr>
        <dsp:cNvPr id="0" name=""/>
        <dsp:cNvSpPr/>
      </dsp:nvSpPr>
      <dsp:spPr>
        <a:xfrm>
          <a:off x="8021132" y="1097279"/>
          <a:ext cx="1527653" cy="14630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100" kern="1200" dirty="0"/>
            <a:t>Evaluación</a:t>
          </a:r>
        </a:p>
      </dsp:txBody>
      <dsp:txXfrm>
        <a:off x="8092552" y="1168699"/>
        <a:ext cx="1384813" cy="1320200"/>
      </dsp:txXfrm>
    </dsp:sp>
    <dsp:sp modelId="{CC1828F8-DB9B-48C7-8490-3E31852DE3C3}">
      <dsp:nvSpPr>
        <dsp:cNvPr id="0" name=""/>
        <dsp:cNvSpPr/>
      </dsp:nvSpPr>
      <dsp:spPr>
        <a:xfrm>
          <a:off x="9625168" y="1097279"/>
          <a:ext cx="1527653" cy="14630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100" kern="1200" dirty="0"/>
            <a:t>Generación del mejor modelo (Archivo .</a:t>
          </a:r>
          <a:r>
            <a:rPr lang="es-ES" sz="1100" kern="1200" dirty="0" err="1"/>
            <a:t>pkl</a:t>
          </a:r>
          <a:r>
            <a:rPr lang="es-ES" sz="1100" kern="1200" dirty="0"/>
            <a:t>)</a:t>
          </a:r>
        </a:p>
      </dsp:txBody>
      <dsp:txXfrm>
        <a:off x="9696588" y="1168699"/>
        <a:ext cx="1384813" cy="13202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9B9D8C8A-4547-EF5F-25E3-357DDDC1903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22812C01-7867-498B-85C0-0FE0496839F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A59AD45-86D9-4CC9-99CB-998C8F320738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3AC50E94-C79A-AB47-81EB-EF243156DB8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F5AA79D-F0CE-CFD4-1536-4C09AC690D1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B41A65-69FB-4A4C-8553-8E51B41124DA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9275088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4E7601-CF41-4247-B356-9852E3D72EB9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C924B5-8EA3-4AA0-896A-2577CA9CDC0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6899982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a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5CDA8F7-DD2E-B670-C23F-7D6F01A71F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624B10-988F-401C-8765-C4317C246780}" type="datetime1">
              <a:rPr lang="en-US" smtClean="0"/>
              <a:t>11/26/2025</a:t>
            </a:fld>
            <a:endParaRPr lang="en-U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4D65EC7-4B1F-CE94-9AE9-3C79C47409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F31083E-413A-DB42-2E35-82DCD41E7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EA627-8E78-4523-8AD6-2E64EB270591}" type="slidenum">
              <a:rPr lang="en-US" smtClean="0"/>
              <a:t>‹Nº›</a:t>
            </a:fld>
            <a:endParaRPr lang="en-US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84C428D4-D2CE-2492-746B-4F5FC6EA9731}"/>
              </a:ext>
            </a:extLst>
          </p:cNvPr>
          <p:cNvSpPr/>
          <p:nvPr userDrawn="1"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2D317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2D317E"/>
              </a:solidFill>
            </a:endParaRPr>
          </a:p>
        </p:txBody>
      </p:sp>
      <p:pic>
        <p:nvPicPr>
          <p:cNvPr id="2" name="Gráfico 1">
            <a:extLst>
              <a:ext uri="{FF2B5EF4-FFF2-40B4-BE49-F238E27FC236}">
                <a16:creationId xmlns:a16="http://schemas.microsoft.com/office/drawing/2014/main" id="{54B505E4-4313-B324-5045-9527FFA9BDC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1396" y="1086955"/>
            <a:ext cx="4338698" cy="1061368"/>
          </a:xfrm>
          <a:prstGeom prst="rect">
            <a:avLst/>
          </a:prstGeom>
        </p:spPr>
      </p:pic>
      <p:pic>
        <p:nvPicPr>
          <p:cNvPr id="3" name="Gráfico 2">
            <a:extLst>
              <a:ext uri="{FF2B5EF4-FFF2-40B4-BE49-F238E27FC236}">
                <a16:creationId xmlns:a16="http://schemas.microsoft.com/office/drawing/2014/main" id="{F557FCA6-FFE2-8603-57C8-314596C4A95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884146" y="830874"/>
            <a:ext cx="761490" cy="1536110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38EB970F-13A3-A03C-9186-EC99EEDE85A1}"/>
              </a:ext>
            </a:extLst>
          </p:cNvPr>
          <p:cNvSpPr txBox="1"/>
          <p:nvPr userDrawn="1"/>
        </p:nvSpPr>
        <p:spPr>
          <a:xfrm>
            <a:off x="6773476" y="1086955"/>
            <a:ext cx="465826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3200">
                <a:solidFill>
                  <a:schemeClr val="bg1"/>
                </a:solidFill>
              </a:rPr>
              <a:t>Universidad </a:t>
            </a:r>
          </a:p>
          <a:p>
            <a:pPr algn="l"/>
            <a:r>
              <a:rPr lang="en-US" sz="3200">
                <a:solidFill>
                  <a:schemeClr val="bg1"/>
                </a:solidFill>
              </a:rPr>
              <a:t>Mayor de San </a:t>
            </a:r>
            <a:r>
              <a:rPr lang="en-US" sz="3200" b="1" i="0">
                <a:solidFill>
                  <a:schemeClr val="bg1"/>
                </a:solidFill>
                <a:effectLst/>
                <a:latin typeface="Montserrat SemiBold" pitchFamily="2" charset="0"/>
              </a:rPr>
              <a:t>Andrés</a:t>
            </a:r>
            <a:endParaRPr lang="en-US" sz="3200">
              <a:solidFill>
                <a:schemeClr val="bg1"/>
              </a:solidFill>
            </a:endParaRPr>
          </a:p>
        </p:txBody>
      </p:sp>
      <p:sp>
        <p:nvSpPr>
          <p:cNvPr id="10" name="Marcador de texto 9">
            <a:extLst>
              <a:ext uri="{FF2B5EF4-FFF2-40B4-BE49-F238E27FC236}">
                <a16:creationId xmlns:a16="http://schemas.microsoft.com/office/drawing/2014/main" id="{823DA3F9-017B-0139-44B2-6880A4D06FA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02569" y="2761456"/>
            <a:ext cx="9186862" cy="667544"/>
          </a:xfrm>
        </p:spPr>
        <p:txBody>
          <a:bodyPr>
            <a:normAutofit/>
          </a:bodyPr>
          <a:lstStyle>
            <a:lvl1pPr marL="0" indent="0" algn="ctr">
              <a:buNone/>
              <a:defRPr sz="4000">
                <a:solidFill>
                  <a:schemeClr val="bg1"/>
                </a:solidFill>
                <a:latin typeface="+mj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/>
            </a:lvl3pPr>
          </a:lstStyle>
          <a:p>
            <a:pPr lvl="0"/>
            <a:r>
              <a:rPr lang="en-US"/>
              <a:t>INSERTAR TITULO</a:t>
            </a:r>
          </a:p>
        </p:txBody>
      </p:sp>
      <p:sp>
        <p:nvSpPr>
          <p:cNvPr id="12" name="Marcador de texto 11">
            <a:extLst>
              <a:ext uri="{FF2B5EF4-FFF2-40B4-BE49-F238E27FC236}">
                <a16:creationId xmlns:a16="http://schemas.microsoft.com/office/drawing/2014/main" id="{8328965F-C1FC-DF7B-1A3F-1FA96BF8690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446213" y="3657600"/>
            <a:ext cx="9299575" cy="500332"/>
          </a:xfrm>
        </p:spPr>
        <p:txBody>
          <a:bodyPr>
            <a:normAutofit/>
          </a:bodyPr>
          <a:lstStyle>
            <a:lvl1pPr marL="0" indent="0" algn="ctr">
              <a:buNone/>
              <a:defRPr sz="247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err="1"/>
              <a:t>Insertar</a:t>
            </a:r>
            <a:r>
              <a:rPr lang="en-US"/>
              <a:t> </a:t>
            </a:r>
            <a:r>
              <a:rPr lang="en-US" err="1"/>
              <a:t>texto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281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entacion de Capi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>
            <a:extLst>
              <a:ext uri="{FF2B5EF4-FFF2-40B4-BE49-F238E27FC236}">
                <a16:creationId xmlns:a16="http://schemas.microsoft.com/office/drawing/2014/main" id="{FF416AC9-E982-A9A8-FD64-D541159E6433}"/>
              </a:ext>
            </a:extLst>
          </p:cNvPr>
          <p:cNvSpPr/>
          <p:nvPr userDrawn="1"/>
        </p:nvSpPr>
        <p:spPr>
          <a:xfrm>
            <a:off x="4038600" y="0"/>
            <a:ext cx="8153400" cy="6858000"/>
          </a:xfrm>
          <a:prstGeom prst="rect">
            <a:avLst/>
          </a:prstGeom>
          <a:solidFill>
            <a:srgbClr val="2D317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AA1BE6DF-30D2-C360-2C5D-FF22AA46BF0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3811" y="5765402"/>
            <a:ext cx="2170978" cy="748941"/>
          </a:xfrm>
          <a:prstGeom prst="rect">
            <a:avLst/>
          </a:prstGeom>
        </p:spPr>
      </p:pic>
      <p:sp>
        <p:nvSpPr>
          <p:cNvPr id="13" name="Marcador de posición de imagen 12">
            <a:extLst>
              <a:ext uri="{FF2B5EF4-FFF2-40B4-BE49-F238E27FC236}">
                <a16:creationId xmlns:a16="http://schemas.microsoft.com/office/drawing/2014/main" id="{C588639C-11D1-F0A2-EEE3-A7C7DDD56ED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4038600" cy="5421745"/>
          </a:xfrm>
        </p:spPr>
        <p:txBody>
          <a:bodyPr/>
          <a:lstStyle>
            <a:lvl1pPr>
              <a:defRPr/>
            </a:lvl1pPr>
          </a:lstStyle>
          <a:p>
            <a:r>
              <a:rPr lang="en-US" err="1"/>
              <a:t>Inserte</a:t>
            </a:r>
            <a:r>
              <a:rPr lang="en-US"/>
              <a:t> imagen </a:t>
            </a:r>
            <a:r>
              <a:rPr lang="en-US" err="1"/>
              <a:t>en</a:t>
            </a:r>
            <a:r>
              <a:rPr lang="en-US"/>
              <a:t> </a:t>
            </a:r>
            <a:r>
              <a:rPr lang="en-US" err="1"/>
              <a:t>el</a:t>
            </a:r>
            <a:r>
              <a:rPr lang="en-US"/>
              <a:t> </a:t>
            </a:r>
            <a:r>
              <a:rPr lang="en-US" err="1"/>
              <a:t>icono</a:t>
            </a:r>
            <a:endParaRPr lang="en-U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FF4EFC7-BBA9-8542-D5C1-98F37924EF0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494213" y="1367790"/>
            <a:ext cx="7315200" cy="3090999"/>
          </a:xfrm>
        </p:spPr>
        <p:txBody>
          <a:bodyPr>
            <a:normAutofit/>
          </a:bodyPr>
          <a:lstStyle>
            <a:lvl1pPr marL="0" indent="0">
              <a:buNone/>
              <a:defRPr sz="4000">
                <a:solidFill>
                  <a:schemeClr val="bg1"/>
                </a:solidFill>
                <a:latin typeface="+mj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err="1"/>
              <a:t>Inserta</a:t>
            </a:r>
            <a:r>
              <a:rPr lang="en-US"/>
              <a:t> </a:t>
            </a:r>
          </a:p>
          <a:p>
            <a:pPr lvl="0"/>
            <a:r>
              <a:rPr lang="en-US"/>
              <a:t>Tu </a:t>
            </a:r>
          </a:p>
          <a:p>
            <a:pPr lvl="0"/>
            <a:r>
              <a:rPr lang="en-US" err="1"/>
              <a:t>Titulo</a:t>
            </a:r>
            <a:r>
              <a:rPr lang="en-US"/>
              <a:t> </a:t>
            </a:r>
          </a:p>
          <a:p>
            <a:pPr lvl="0"/>
            <a:r>
              <a:rPr lang="en-US" err="1"/>
              <a:t>aqui</a:t>
            </a:r>
            <a:endParaRPr lang="en-US"/>
          </a:p>
        </p:txBody>
      </p:sp>
      <p:sp>
        <p:nvSpPr>
          <p:cNvPr id="4" name="Marcador de texto 2">
            <a:extLst>
              <a:ext uri="{FF2B5EF4-FFF2-40B4-BE49-F238E27FC236}">
                <a16:creationId xmlns:a16="http://schemas.microsoft.com/office/drawing/2014/main" id="{A79D1506-9684-DF9F-9C62-A95ABFE21FA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494213" y="4580708"/>
            <a:ext cx="7315200" cy="496389"/>
          </a:xfrm>
        </p:spPr>
        <p:txBody>
          <a:bodyPr>
            <a:normAutofit/>
          </a:bodyPr>
          <a:lstStyle>
            <a:lvl1pPr marL="0" indent="0">
              <a:buNone/>
              <a:defRPr sz="2470">
                <a:solidFill>
                  <a:schemeClr val="bg1"/>
                </a:solidFill>
                <a:latin typeface="Montserrat 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err="1"/>
              <a:t>Insertar</a:t>
            </a:r>
            <a:r>
              <a:rPr lang="en-US"/>
              <a:t> </a:t>
            </a:r>
            <a:r>
              <a:rPr lang="en-US" err="1"/>
              <a:t>texto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92190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entacion del docen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75B8CBC4-D1FB-B094-C097-A9EF9A72E0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F5C09B-2548-47A7-94E1-167DCEBB7E43}" type="datetime1">
              <a:rPr lang="en-US" smtClean="0"/>
              <a:t>11/26/2025</a:t>
            </a:fld>
            <a:endParaRPr lang="en-U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962C1023-0E88-0C8B-ED1B-275CA252B1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4BDB0A7E-5F1F-E01E-187E-15BFAC39B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EA627-8E78-4523-8AD6-2E64EB270591}" type="slidenum">
              <a:rPr lang="en-US" smtClean="0"/>
              <a:t>‹Nº›</a:t>
            </a:fld>
            <a:endParaRPr lang="en-US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5E5FCC1A-90F8-8FB5-46D4-032BC5DE6B78}"/>
              </a:ext>
            </a:extLst>
          </p:cNvPr>
          <p:cNvSpPr/>
          <p:nvPr userDrawn="1"/>
        </p:nvSpPr>
        <p:spPr>
          <a:xfrm>
            <a:off x="0" y="0"/>
            <a:ext cx="2505075" cy="6858000"/>
          </a:xfrm>
          <a:prstGeom prst="rect">
            <a:avLst/>
          </a:prstGeom>
          <a:solidFill>
            <a:srgbClr val="2D317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Marcador de posición de imagen 11">
            <a:extLst>
              <a:ext uri="{FF2B5EF4-FFF2-40B4-BE49-F238E27FC236}">
                <a16:creationId xmlns:a16="http://schemas.microsoft.com/office/drawing/2014/main" id="{3D6B2A27-F789-40D8-8662-64C67CEA4DA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995362" y="1481931"/>
            <a:ext cx="3019425" cy="3760787"/>
          </a:xfrm>
        </p:spPr>
        <p:txBody>
          <a:bodyPr/>
          <a:lstStyle>
            <a:lvl1pPr>
              <a:defRPr>
                <a:solidFill>
                  <a:srgbClr val="CBCDED"/>
                </a:solidFill>
              </a:defRPr>
            </a:lvl1pPr>
          </a:lstStyle>
          <a:p>
            <a:r>
              <a:rPr lang="en-US" err="1"/>
              <a:t>Inserte</a:t>
            </a:r>
            <a:r>
              <a:rPr lang="en-US"/>
              <a:t> su </a:t>
            </a:r>
            <a:r>
              <a:rPr lang="en-US" err="1"/>
              <a:t>fotografia</a:t>
            </a:r>
            <a:endParaRPr lang="en-US"/>
          </a:p>
        </p:txBody>
      </p:sp>
      <p:pic>
        <p:nvPicPr>
          <p:cNvPr id="14" name="Gráfico 13">
            <a:extLst>
              <a:ext uri="{FF2B5EF4-FFF2-40B4-BE49-F238E27FC236}">
                <a16:creationId xmlns:a16="http://schemas.microsoft.com/office/drawing/2014/main" id="{70867292-9BF1-E75C-0249-3ABD21D74EB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37525" y="517128"/>
            <a:ext cx="1830024" cy="447675"/>
          </a:xfrm>
          <a:prstGeom prst="rect">
            <a:avLst/>
          </a:prstGeom>
        </p:spPr>
      </p:pic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F6F2239-ADDA-33D5-35B0-033B219787E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278313" y="1481931"/>
            <a:ext cx="7435850" cy="543943"/>
          </a:xfrm>
        </p:spPr>
        <p:txBody>
          <a:bodyPr>
            <a:noAutofit/>
          </a:bodyPr>
          <a:lstStyle>
            <a:lvl1pPr marL="0" indent="0">
              <a:buNone/>
              <a:defRPr sz="4000"/>
            </a:lvl1pPr>
          </a:lstStyle>
          <a:p>
            <a:pPr lvl="0"/>
            <a:r>
              <a:rPr lang="en-US" err="1"/>
              <a:t>Inserte</a:t>
            </a:r>
            <a:r>
              <a:rPr lang="en-US"/>
              <a:t> su </a:t>
            </a:r>
            <a:r>
              <a:rPr lang="en-US" err="1"/>
              <a:t>nombre</a:t>
            </a:r>
            <a:r>
              <a:rPr lang="en-US"/>
              <a:t> </a:t>
            </a:r>
            <a:r>
              <a:rPr lang="en-US" err="1"/>
              <a:t>aqui</a:t>
            </a:r>
            <a:endParaRPr lang="en-US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95AD4600-4000-95B5-AE87-03B39259918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278313" y="2183053"/>
            <a:ext cx="7496175" cy="543944"/>
          </a:xfrm>
        </p:spPr>
        <p:txBody>
          <a:bodyPr>
            <a:normAutofit/>
          </a:bodyPr>
          <a:lstStyle>
            <a:lvl1pPr marL="0" indent="0">
              <a:buNone/>
              <a:defRPr sz="1530"/>
            </a:lvl1pPr>
          </a:lstStyle>
          <a:p>
            <a:pPr lvl="0"/>
            <a:r>
              <a:rPr lang="en-US" err="1"/>
              <a:t>Inserte</a:t>
            </a:r>
            <a:r>
              <a:rPr lang="en-US"/>
              <a:t> su </a:t>
            </a:r>
            <a:r>
              <a:rPr lang="en-US" err="1"/>
              <a:t>texto</a:t>
            </a:r>
            <a:r>
              <a:rPr lang="en-US"/>
              <a:t> </a:t>
            </a:r>
            <a:r>
              <a:rPr lang="en-US" err="1"/>
              <a:t>aqui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62365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5BED851-B9DA-14C8-4FBC-B9FC269E53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0CDCCD-EAB5-4829-BBD2-3B9C32726E18}" type="datetime1">
              <a:rPr lang="en-US" smtClean="0"/>
              <a:t>11/26/2025</a:t>
            </a:fld>
            <a:endParaRPr lang="en-U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186B115-359D-87D3-2C3B-C413CF6B49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3AEE83C-ECB6-D4FC-40D5-0799CD1604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EA627-8E78-4523-8AD6-2E64EB270591}" type="slidenum">
              <a:rPr lang="en-US" smtClean="0"/>
              <a:t>‹Nº›</a:t>
            </a:fld>
            <a:endParaRPr lang="en-US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02C248CC-247C-55D4-EC7A-AFE5B743E655}"/>
              </a:ext>
            </a:extLst>
          </p:cNvPr>
          <p:cNvSpPr/>
          <p:nvPr userDrawn="1"/>
        </p:nvSpPr>
        <p:spPr>
          <a:xfrm>
            <a:off x="0" y="0"/>
            <a:ext cx="914400" cy="914400"/>
          </a:xfrm>
          <a:prstGeom prst="rect">
            <a:avLst/>
          </a:prstGeom>
          <a:solidFill>
            <a:srgbClr val="2D317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EF6C9A1E-78CA-DD3A-4D50-139863BFC82A}"/>
              </a:ext>
            </a:extLst>
          </p:cNvPr>
          <p:cNvSpPr/>
          <p:nvPr userDrawn="1"/>
        </p:nvSpPr>
        <p:spPr>
          <a:xfrm>
            <a:off x="0" y="914400"/>
            <a:ext cx="914400" cy="5943600"/>
          </a:xfrm>
          <a:prstGeom prst="rect">
            <a:avLst/>
          </a:prstGeom>
          <a:solidFill>
            <a:srgbClr val="E9EAF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Gráfico 9">
            <a:extLst>
              <a:ext uri="{FF2B5EF4-FFF2-40B4-BE49-F238E27FC236}">
                <a16:creationId xmlns:a16="http://schemas.microsoft.com/office/drawing/2014/main" id="{DE791519-6CE9-EF44-629F-3C9595D01D9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01793" y="176213"/>
            <a:ext cx="522107" cy="567611"/>
          </a:xfrm>
          <a:prstGeom prst="rect">
            <a:avLst/>
          </a:prstGeom>
        </p:spPr>
      </p:pic>
      <p:sp>
        <p:nvSpPr>
          <p:cNvPr id="12" name="Marcador de posición de imagen 11">
            <a:extLst>
              <a:ext uri="{FF2B5EF4-FFF2-40B4-BE49-F238E27FC236}">
                <a16:creationId xmlns:a16="http://schemas.microsoft.com/office/drawing/2014/main" id="{34C959A3-E508-B995-2883-BF0B0BC6C76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14400" y="0"/>
            <a:ext cx="11277600" cy="2233613"/>
          </a:xfrm>
        </p:spPr>
        <p:txBody>
          <a:bodyPr/>
          <a:lstStyle/>
          <a:p>
            <a:endParaRPr lang="en-U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600E3DF-0B75-8841-E065-BA940A3729D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675606" y="3528503"/>
            <a:ext cx="3811588" cy="715393"/>
          </a:xfrm>
        </p:spPr>
        <p:txBody>
          <a:bodyPr>
            <a:normAutofit/>
          </a:bodyPr>
          <a:lstStyle>
            <a:lvl1pPr marL="0" indent="0">
              <a:buNone/>
              <a:defRPr sz="4000">
                <a:latin typeface="+mj-lt"/>
              </a:defRPr>
            </a:lvl1pPr>
          </a:lstStyle>
          <a:p>
            <a:pPr lvl="0"/>
            <a:r>
              <a:rPr lang="en-US" err="1"/>
              <a:t>Contenido</a:t>
            </a:r>
            <a:endParaRPr lang="en-US"/>
          </a:p>
        </p:txBody>
      </p:sp>
      <p:sp>
        <p:nvSpPr>
          <p:cNvPr id="4" name="Marcador de texto 2">
            <a:extLst>
              <a:ext uri="{FF2B5EF4-FFF2-40B4-BE49-F238E27FC236}">
                <a16:creationId xmlns:a16="http://schemas.microsoft.com/office/drawing/2014/main" id="{492EAFD7-E9BE-42F9-33A5-2CC846A47BE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675606" y="4823393"/>
            <a:ext cx="3811588" cy="447347"/>
          </a:xfrm>
        </p:spPr>
        <p:txBody>
          <a:bodyPr>
            <a:normAutofit/>
          </a:bodyPr>
          <a:lstStyle>
            <a:lvl1pPr marL="0" indent="0">
              <a:buNone/>
              <a:defRPr sz="2470">
                <a:latin typeface="Montserrat ExtraBold" pitchFamily="2" charset="0"/>
              </a:defRPr>
            </a:lvl1pPr>
          </a:lstStyle>
          <a:p>
            <a:pPr lvl="0"/>
            <a:r>
              <a:rPr lang="en-US"/>
              <a:t>20/05</a:t>
            </a:r>
          </a:p>
        </p:txBody>
      </p:sp>
      <p:sp>
        <p:nvSpPr>
          <p:cNvPr id="11" name="Marcador de texto 2">
            <a:extLst>
              <a:ext uri="{FF2B5EF4-FFF2-40B4-BE49-F238E27FC236}">
                <a16:creationId xmlns:a16="http://schemas.microsoft.com/office/drawing/2014/main" id="{E4954975-C756-55AB-B2BF-B087931E6CD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704806" y="2657384"/>
            <a:ext cx="3811588" cy="3113688"/>
          </a:xfrm>
        </p:spPr>
        <p:txBody>
          <a:bodyPr>
            <a:normAutofit/>
          </a:bodyPr>
          <a:lstStyle>
            <a:lvl1pPr marL="457200" indent="-457200">
              <a:buFont typeface="+mj-lt"/>
              <a:buAutoNum type="arabicPeriod"/>
              <a:defRPr sz="1530">
                <a:latin typeface="Montserrat "/>
              </a:defRPr>
            </a:lvl1pPr>
          </a:lstStyle>
          <a:p>
            <a:pPr lvl="0"/>
            <a:r>
              <a:rPr lang="en-US" err="1"/>
              <a:t>Insertar</a:t>
            </a:r>
            <a:r>
              <a:rPr lang="en-US"/>
              <a:t> </a:t>
            </a:r>
            <a:r>
              <a:rPr lang="en-US" err="1"/>
              <a:t>texto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33085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iple imag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96E1534-735E-36A3-788B-9BC14A3B7C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442B2B-B0B9-40F8-9347-ACF79BE3708B}" type="datetime1">
              <a:rPr lang="en-US" smtClean="0"/>
              <a:t>11/26/2025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C47154B-31D9-2233-397D-7D686B4D1D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B0E67EC-E5B7-DF57-623B-B14E7235FD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EA627-8E78-4523-8AD6-2E64EB270591}" type="slidenum">
              <a:rPr lang="en-US" smtClean="0"/>
              <a:t>‹Nº›</a:t>
            </a:fld>
            <a:endParaRPr lang="en-US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28AB34D7-EB32-2291-E23A-F241D27897D8}"/>
              </a:ext>
            </a:extLst>
          </p:cNvPr>
          <p:cNvSpPr/>
          <p:nvPr userDrawn="1"/>
        </p:nvSpPr>
        <p:spPr>
          <a:xfrm>
            <a:off x="8763001" y="3429000"/>
            <a:ext cx="3429000" cy="3429000"/>
          </a:xfrm>
          <a:prstGeom prst="rect">
            <a:avLst/>
          </a:prstGeom>
          <a:solidFill>
            <a:srgbClr val="2D317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0253C2D0-13EC-8C07-C5AE-0AA065BB94C9}"/>
              </a:ext>
            </a:extLst>
          </p:cNvPr>
          <p:cNvSpPr/>
          <p:nvPr userDrawn="1"/>
        </p:nvSpPr>
        <p:spPr>
          <a:xfrm>
            <a:off x="5334001" y="0"/>
            <a:ext cx="3429000" cy="3429000"/>
          </a:xfrm>
          <a:prstGeom prst="rect">
            <a:avLst/>
          </a:prstGeom>
          <a:solidFill>
            <a:srgbClr val="2D317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BD696AE0-4516-CF32-26B1-83A3562CF7C6}"/>
              </a:ext>
            </a:extLst>
          </p:cNvPr>
          <p:cNvSpPr/>
          <p:nvPr userDrawn="1"/>
        </p:nvSpPr>
        <p:spPr>
          <a:xfrm>
            <a:off x="-1" y="3429000"/>
            <a:ext cx="5334001" cy="3429000"/>
          </a:xfrm>
          <a:prstGeom prst="rect">
            <a:avLst/>
          </a:prstGeom>
          <a:solidFill>
            <a:srgbClr val="2D317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Marcador de posición de imagen 10">
            <a:extLst>
              <a:ext uri="{FF2B5EF4-FFF2-40B4-BE49-F238E27FC236}">
                <a16:creationId xmlns:a16="http://schemas.microsoft.com/office/drawing/2014/main" id="{AE451036-78AB-A810-69BB-D0C619FCFA2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334000" y="3419476"/>
            <a:ext cx="3428999" cy="3429000"/>
          </a:xfrm>
        </p:spPr>
        <p:txBody>
          <a:bodyPr/>
          <a:lstStyle/>
          <a:p>
            <a:endParaRPr lang="en-US"/>
          </a:p>
        </p:txBody>
      </p:sp>
      <p:sp>
        <p:nvSpPr>
          <p:cNvPr id="13" name="Marcador de posición de imagen 12">
            <a:extLst>
              <a:ext uri="{FF2B5EF4-FFF2-40B4-BE49-F238E27FC236}">
                <a16:creationId xmlns:a16="http://schemas.microsoft.com/office/drawing/2014/main" id="{47DE44F6-43AC-EE7E-0B83-23410BBF9F4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762998" y="-9523"/>
            <a:ext cx="3428999" cy="3438524"/>
          </a:xfrm>
        </p:spPr>
        <p:txBody>
          <a:bodyPr/>
          <a:lstStyle/>
          <a:p>
            <a:endParaRPr lang="en-US"/>
          </a:p>
        </p:txBody>
      </p:sp>
      <p:sp>
        <p:nvSpPr>
          <p:cNvPr id="15" name="Marcador de posición de imagen 14">
            <a:extLst>
              <a:ext uri="{FF2B5EF4-FFF2-40B4-BE49-F238E27FC236}">
                <a16:creationId xmlns:a16="http://schemas.microsoft.com/office/drawing/2014/main" id="{F0364417-78DE-A639-CFBE-116FC629FE34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-9525"/>
            <a:ext cx="5334000" cy="3438524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Marcador de texto 19">
            <a:extLst>
              <a:ext uri="{FF2B5EF4-FFF2-40B4-BE49-F238E27FC236}">
                <a16:creationId xmlns:a16="http://schemas.microsoft.com/office/drawing/2014/main" id="{4B4773C9-C168-BE6F-704F-6DEAB7703BE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42938" y="3692524"/>
            <a:ext cx="3395662" cy="2103095"/>
          </a:xfrm>
        </p:spPr>
        <p:txBody>
          <a:bodyPr>
            <a:normAutofit/>
          </a:bodyPr>
          <a:lstStyle>
            <a:lvl1pPr marL="0" indent="0">
              <a:buNone/>
              <a:defRPr sz="40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err="1"/>
              <a:t>Insertar</a:t>
            </a:r>
            <a:r>
              <a:rPr lang="en-US"/>
              <a:t> </a:t>
            </a:r>
          </a:p>
          <a:p>
            <a:pPr lvl="0"/>
            <a:r>
              <a:rPr lang="en-US" err="1"/>
              <a:t>Titulo</a:t>
            </a:r>
            <a:r>
              <a:rPr lang="en-US"/>
              <a:t> </a:t>
            </a:r>
          </a:p>
          <a:p>
            <a:pPr lvl="0"/>
            <a:r>
              <a:rPr lang="en-US" err="1"/>
              <a:t>Aqui</a:t>
            </a:r>
            <a:endParaRPr lang="en-US"/>
          </a:p>
        </p:txBody>
      </p:sp>
      <p:sp>
        <p:nvSpPr>
          <p:cNvPr id="22" name="Marcador de texto 21">
            <a:extLst>
              <a:ext uri="{FF2B5EF4-FFF2-40B4-BE49-F238E27FC236}">
                <a16:creationId xmlns:a16="http://schemas.microsoft.com/office/drawing/2014/main" id="{0F01AFBB-43A8-C4BA-2374-91321E122FE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42939" y="5795963"/>
            <a:ext cx="3395662" cy="560387"/>
          </a:xfrm>
        </p:spPr>
        <p:txBody>
          <a:bodyPr>
            <a:normAutofit/>
          </a:bodyPr>
          <a:lstStyle>
            <a:lvl1pPr marL="0" indent="0">
              <a:buNone/>
              <a:defRPr sz="1530">
                <a:solidFill>
                  <a:schemeClr val="bg1"/>
                </a:solidFill>
              </a:defRPr>
            </a:lvl1pPr>
            <a:lvl5pPr>
              <a:defRPr/>
            </a:lvl5pPr>
          </a:lstStyle>
          <a:p>
            <a:pPr lvl="0"/>
            <a:r>
              <a:rPr lang="es-ES"/>
              <a:t>Insertar texto</a:t>
            </a:r>
            <a:endParaRPr lang="en-US"/>
          </a:p>
        </p:txBody>
      </p:sp>
      <p:sp>
        <p:nvSpPr>
          <p:cNvPr id="24" name="Marcador de texto 23">
            <a:extLst>
              <a:ext uri="{FF2B5EF4-FFF2-40B4-BE49-F238E27FC236}">
                <a16:creationId xmlns:a16="http://schemas.microsoft.com/office/drawing/2014/main" id="{0712D5CC-74EF-624D-F9D9-AD852016202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667375" y="404814"/>
            <a:ext cx="1441450" cy="733874"/>
          </a:xfrm>
        </p:spPr>
        <p:txBody>
          <a:bodyPr>
            <a:normAutofit/>
          </a:bodyPr>
          <a:lstStyle>
            <a:lvl1pPr marL="0" indent="0">
              <a:buNone/>
              <a:defRPr sz="4000">
                <a:solidFill>
                  <a:schemeClr val="bg1"/>
                </a:solidFill>
                <a:latin typeface="Montserrat "/>
              </a:defRPr>
            </a:lvl1pPr>
            <a:lvl5pPr>
              <a:defRPr/>
            </a:lvl5pPr>
          </a:lstStyle>
          <a:p>
            <a:pPr lvl="0"/>
            <a:r>
              <a:rPr lang="en-US"/>
              <a:t>01</a:t>
            </a:r>
          </a:p>
        </p:txBody>
      </p:sp>
      <p:sp>
        <p:nvSpPr>
          <p:cNvPr id="28" name="Marcador de texto 27">
            <a:extLst>
              <a:ext uri="{FF2B5EF4-FFF2-40B4-BE49-F238E27FC236}">
                <a16:creationId xmlns:a16="http://schemas.microsoft.com/office/drawing/2014/main" id="{2B63B32C-F883-2171-D122-AD76C3E7F888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667375" y="1276350"/>
            <a:ext cx="2820988" cy="1803400"/>
          </a:xfrm>
        </p:spPr>
        <p:txBody>
          <a:bodyPr>
            <a:normAutofit/>
          </a:bodyPr>
          <a:lstStyle>
            <a:lvl1pPr marL="0" indent="0">
              <a:buNone/>
              <a:defRPr sz="153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err="1"/>
              <a:t>Insertar</a:t>
            </a:r>
            <a:r>
              <a:rPr lang="en-US"/>
              <a:t> </a:t>
            </a:r>
            <a:r>
              <a:rPr lang="en-US" err="1"/>
              <a:t>texto</a:t>
            </a:r>
            <a:endParaRPr lang="en-US"/>
          </a:p>
        </p:txBody>
      </p:sp>
      <p:sp>
        <p:nvSpPr>
          <p:cNvPr id="29" name="Marcador de texto 23">
            <a:extLst>
              <a:ext uri="{FF2B5EF4-FFF2-40B4-BE49-F238E27FC236}">
                <a16:creationId xmlns:a16="http://schemas.microsoft.com/office/drawing/2014/main" id="{042F4754-EF41-D025-3469-BA1615E0664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105105" y="3747297"/>
            <a:ext cx="1441450" cy="733874"/>
          </a:xfrm>
        </p:spPr>
        <p:txBody>
          <a:bodyPr>
            <a:normAutofit/>
          </a:bodyPr>
          <a:lstStyle>
            <a:lvl1pPr marL="0" indent="0">
              <a:buNone/>
              <a:defRPr sz="4000">
                <a:solidFill>
                  <a:schemeClr val="bg1"/>
                </a:solidFill>
                <a:latin typeface="Montserrat "/>
              </a:defRPr>
            </a:lvl1pPr>
            <a:lvl5pPr>
              <a:defRPr/>
            </a:lvl5pPr>
          </a:lstStyle>
          <a:p>
            <a:pPr lvl="0"/>
            <a:r>
              <a:rPr lang="en-US"/>
              <a:t>02</a:t>
            </a:r>
          </a:p>
        </p:txBody>
      </p:sp>
      <p:sp>
        <p:nvSpPr>
          <p:cNvPr id="30" name="Marcador de texto 27">
            <a:extLst>
              <a:ext uri="{FF2B5EF4-FFF2-40B4-BE49-F238E27FC236}">
                <a16:creationId xmlns:a16="http://schemas.microsoft.com/office/drawing/2014/main" id="{DB42C493-6EB5-C614-7CCB-6B1E6742926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105105" y="4618833"/>
            <a:ext cx="2820988" cy="1803400"/>
          </a:xfrm>
        </p:spPr>
        <p:txBody>
          <a:bodyPr>
            <a:normAutofit/>
          </a:bodyPr>
          <a:lstStyle>
            <a:lvl1pPr marL="0" indent="0">
              <a:buNone/>
              <a:defRPr sz="153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err="1"/>
              <a:t>Insertar</a:t>
            </a:r>
            <a:r>
              <a:rPr lang="en-US"/>
              <a:t> </a:t>
            </a:r>
            <a:r>
              <a:rPr lang="en-US" err="1"/>
              <a:t>texto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26599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hoja comple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41AF690D-9792-FF99-DE0F-334B038995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A45CAA-5BF7-4029-B195-921B8B125CF7}" type="datetime1">
              <a:rPr lang="en-US" smtClean="0"/>
              <a:t>11/26/2025</a:t>
            </a:fld>
            <a:endParaRPr lang="en-U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05EFC4AC-EDB0-067F-1C2E-368A17340F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C30F63F-EC82-8A77-D83A-3C230AA943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EA627-8E78-4523-8AD6-2E64EB270591}" type="slidenum">
              <a:rPr lang="en-US" smtClean="0"/>
              <a:t>‹Nº›</a:t>
            </a:fld>
            <a:endParaRPr lang="en-US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9A12E59B-4F57-C1C0-519F-5A9E8BB7B8B1}"/>
              </a:ext>
            </a:extLst>
          </p:cNvPr>
          <p:cNvSpPr/>
          <p:nvPr userDrawn="1"/>
        </p:nvSpPr>
        <p:spPr>
          <a:xfrm>
            <a:off x="0" y="0"/>
            <a:ext cx="914400" cy="914400"/>
          </a:xfrm>
          <a:prstGeom prst="rect">
            <a:avLst/>
          </a:prstGeom>
          <a:solidFill>
            <a:srgbClr val="2D317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787D49D9-5E23-FD6D-D3DB-A2DB840D85ED}"/>
              </a:ext>
            </a:extLst>
          </p:cNvPr>
          <p:cNvSpPr/>
          <p:nvPr userDrawn="1"/>
        </p:nvSpPr>
        <p:spPr>
          <a:xfrm rot="16200000">
            <a:off x="6096000" y="-5181600"/>
            <a:ext cx="914400" cy="11277600"/>
          </a:xfrm>
          <a:prstGeom prst="rect">
            <a:avLst/>
          </a:prstGeom>
          <a:solidFill>
            <a:schemeClr val="tx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Gráfico 6">
            <a:extLst>
              <a:ext uri="{FF2B5EF4-FFF2-40B4-BE49-F238E27FC236}">
                <a16:creationId xmlns:a16="http://schemas.microsoft.com/office/drawing/2014/main" id="{51770E66-71F1-D2E6-0336-88967EC28CC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01793" y="176213"/>
            <a:ext cx="522107" cy="567611"/>
          </a:xfrm>
          <a:prstGeom prst="rect">
            <a:avLst/>
          </a:prstGeom>
        </p:spPr>
      </p:pic>
      <p:sp>
        <p:nvSpPr>
          <p:cNvPr id="9" name="Marcador de texto 8">
            <a:extLst>
              <a:ext uri="{FF2B5EF4-FFF2-40B4-BE49-F238E27FC236}">
                <a16:creationId xmlns:a16="http://schemas.microsoft.com/office/drawing/2014/main" id="{76C61A55-061A-3A0D-FEDF-C145E57E893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006600" y="176212"/>
            <a:ext cx="8178800" cy="568325"/>
          </a:xfrm>
        </p:spPr>
        <p:txBody>
          <a:bodyPr>
            <a:normAutofit/>
          </a:bodyPr>
          <a:lstStyle>
            <a:lvl1pPr marL="0" indent="0" algn="ctr">
              <a:buNone/>
              <a:defRPr sz="247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err="1"/>
              <a:t>Titulo</a:t>
            </a:r>
            <a:r>
              <a:rPr lang="en-US"/>
              <a:t> del </a:t>
            </a:r>
            <a:r>
              <a:rPr lang="en-US" err="1"/>
              <a:t>tema</a:t>
            </a:r>
            <a:endParaRPr lang="en-US"/>
          </a:p>
        </p:txBody>
      </p:sp>
      <p:sp>
        <p:nvSpPr>
          <p:cNvPr id="11" name="Marcador de texto 10">
            <a:extLst>
              <a:ext uri="{FF2B5EF4-FFF2-40B4-BE49-F238E27FC236}">
                <a16:creationId xmlns:a16="http://schemas.microsoft.com/office/drawing/2014/main" id="{9502E80B-7129-CFD7-51E1-6FBCEA2B1ED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3250" y="1889185"/>
            <a:ext cx="11050588" cy="4297303"/>
          </a:xfrm>
        </p:spPr>
        <p:txBody>
          <a:bodyPr>
            <a:normAutofit/>
          </a:bodyPr>
          <a:lstStyle>
            <a:lvl1pPr marL="0" indent="0">
              <a:buNone/>
              <a:defRPr sz="1530">
                <a:latin typeface="Montserrat "/>
              </a:defRPr>
            </a:lvl1pPr>
          </a:lstStyle>
          <a:p>
            <a:pPr lvl="0"/>
            <a:r>
              <a:rPr lang="es-ES"/>
              <a:t>Contenido</a:t>
            </a:r>
            <a:endParaRPr lang="en-US"/>
          </a:p>
        </p:txBody>
      </p:sp>
      <p:sp>
        <p:nvSpPr>
          <p:cNvPr id="13" name="Marcador de texto 12">
            <a:extLst>
              <a:ext uri="{FF2B5EF4-FFF2-40B4-BE49-F238E27FC236}">
                <a16:creationId xmlns:a16="http://schemas.microsoft.com/office/drawing/2014/main" id="{78EE0F70-3F07-5FD5-2015-16EDA3CCAF8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3250" y="1258888"/>
            <a:ext cx="11093450" cy="534987"/>
          </a:xfrm>
        </p:spPr>
        <p:txBody>
          <a:bodyPr>
            <a:noAutofit/>
          </a:bodyPr>
          <a:lstStyle>
            <a:lvl1pPr marL="0" indent="0">
              <a:buNone/>
              <a:defRPr sz="2470">
                <a:latin typeface="+mj-lt"/>
              </a:defRPr>
            </a:lvl1pPr>
          </a:lstStyle>
          <a:p>
            <a:pPr lvl="0"/>
            <a:r>
              <a:rPr lang="en-US" err="1"/>
              <a:t>Titulo</a:t>
            </a:r>
            <a:endParaRPr lang="en-US"/>
          </a:p>
        </p:txBody>
      </p:sp>
      <p:pic>
        <p:nvPicPr>
          <p:cNvPr id="19" name="Gráfico 18">
            <a:extLst>
              <a:ext uri="{FF2B5EF4-FFF2-40B4-BE49-F238E27FC236}">
                <a16:creationId xmlns:a16="http://schemas.microsoft.com/office/drawing/2014/main" id="{5B040CD7-DE14-5DDC-85B4-7272E779AA1C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048879" y="6186487"/>
            <a:ext cx="1604959" cy="534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15871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oble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41AF690D-9792-FF99-DE0F-334B038995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A45CAA-5BF7-4029-B195-921B8B125CF7}" type="datetime1">
              <a:rPr lang="en-US" smtClean="0"/>
              <a:t>11/26/2025</a:t>
            </a:fld>
            <a:endParaRPr lang="en-U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05EFC4AC-EDB0-067F-1C2E-368A17340F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C30F63F-EC82-8A77-D83A-3C230AA943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EA627-8E78-4523-8AD6-2E64EB270591}" type="slidenum">
              <a:rPr lang="en-US" smtClean="0"/>
              <a:t>‹Nº›</a:t>
            </a:fld>
            <a:endParaRPr lang="en-US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9A12E59B-4F57-C1C0-519F-5A9E8BB7B8B1}"/>
              </a:ext>
            </a:extLst>
          </p:cNvPr>
          <p:cNvSpPr/>
          <p:nvPr userDrawn="1"/>
        </p:nvSpPr>
        <p:spPr>
          <a:xfrm>
            <a:off x="0" y="0"/>
            <a:ext cx="914400" cy="914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787D49D9-5E23-FD6D-D3DB-A2DB840D85ED}"/>
              </a:ext>
            </a:extLst>
          </p:cNvPr>
          <p:cNvSpPr/>
          <p:nvPr userDrawn="1"/>
        </p:nvSpPr>
        <p:spPr>
          <a:xfrm rot="16200000">
            <a:off x="6096000" y="-5181600"/>
            <a:ext cx="914400" cy="112776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Gráfico 6">
            <a:extLst>
              <a:ext uri="{FF2B5EF4-FFF2-40B4-BE49-F238E27FC236}">
                <a16:creationId xmlns:a16="http://schemas.microsoft.com/office/drawing/2014/main" id="{51770E66-71F1-D2E6-0336-88967EC28CC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01793" y="176213"/>
            <a:ext cx="522107" cy="567611"/>
          </a:xfrm>
          <a:prstGeom prst="rect">
            <a:avLst/>
          </a:prstGeom>
        </p:spPr>
      </p:pic>
      <p:sp>
        <p:nvSpPr>
          <p:cNvPr id="9" name="Marcador de texto 8">
            <a:extLst>
              <a:ext uri="{FF2B5EF4-FFF2-40B4-BE49-F238E27FC236}">
                <a16:creationId xmlns:a16="http://schemas.microsoft.com/office/drawing/2014/main" id="{76C61A55-061A-3A0D-FEDF-C145E57E893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006600" y="176212"/>
            <a:ext cx="8178800" cy="568325"/>
          </a:xfrm>
        </p:spPr>
        <p:txBody>
          <a:bodyPr>
            <a:normAutofit/>
          </a:bodyPr>
          <a:lstStyle>
            <a:lvl1pPr marL="0" indent="0" algn="ctr">
              <a:buNone/>
              <a:defRPr sz="247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err="1"/>
              <a:t>Titulo</a:t>
            </a:r>
            <a:r>
              <a:rPr lang="en-US"/>
              <a:t> del </a:t>
            </a:r>
            <a:r>
              <a:rPr lang="en-US" err="1"/>
              <a:t>tema</a:t>
            </a:r>
            <a:endParaRPr lang="en-US"/>
          </a:p>
        </p:txBody>
      </p:sp>
      <p:sp>
        <p:nvSpPr>
          <p:cNvPr id="11" name="Marcador de texto 10">
            <a:extLst>
              <a:ext uri="{FF2B5EF4-FFF2-40B4-BE49-F238E27FC236}">
                <a16:creationId xmlns:a16="http://schemas.microsoft.com/office/drawing/2014/main" id="{9502E80B-7129-CFD7-51E1-6FBCEA2B1ED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3250" y="1841529"/>
            <a:ext cx="4630601" cy="4297303"/>
          </a:xfrm>
        </p:spPr>
        <p:txBody>
          <a:bodyPr>
            <a:normAutofit/>
          </a:bodyPr>
          <a:lstStyle>
            <a:lvl1pPr marL="0" indent="0">
              <a:buNone/>
              <a:defRPr sz="1530">
                <a:latin typeface="Montserrat "/>
              </a:defRPr>
            </a:lvl1pPr>
          </a:lstStyle>
          <a:p>
            <a:pPr lvl="0"/>
            <a:r>
              <a:rPr lang="es-ES"/>
              <a:t>Contenido</a:t>
            </a:r>
            <a:endParaRPr lang="en-US"/>
          </a:p>
        </p:txBody>
      </p:sp>
      <p:sp>
        <p:nvSpPr>
          <p:cNvPr id="13" name="Marcador de texto 12">
            <a:extLst>
              <a:ext uri="{FF2B5EF4-FFF2-40B4-BE49-F238E27FC236}">
                <a16:creationId xmlns:a16="http://schemas.microsoft.com/office/drawing/2014/main" id="{78EE0F70-3F07-5FD5-2015-16EDA3CCAF8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3250" y="1258888"/>
            <a:ext cx="11093450" cy="534987"/>
          </a:xfrm>
        </p:spPr>
        <p:txBody>
          <a:bodyPr>
            <a:noAutofit/>
          </a:bodyPr>
          <a:lstStyle>
            <a:lvl1pPr marL="0" indent="0">
              <a:buNone/>
              <a:defRPr sz="2470">
                <a:latin typeface="+mj-lt"/>
              </a:defRPr>
            </a:lvl1pPr>
          </a:lstStyle>
          <a:p>
            <a:pPr lvl="0"/>
            <a:r>
              <a:rPr lang="en-US" err="1"/>
              <a:t>Titulo</a:t>
            </a:r>
            <a:endParaRPr lang="en-US"/>
          </a:p>
        </p:txBody>
      </p:sp>
      <p:pic>
        <p:nvPicPr>
          <p:cNvPr id="19" name="Gráfico 18">
            <a:extLst>
              <a:ext uri="{FF2B5EF4-FFF2-40B4-BE49-F238E27FC236}">
                <a16:creationId xmlns:a16="http://schemas.microsoft.com/office/drawing/2014/main" id="{5B040CD7-DE14-5DDC-85B4-7272E779AA1C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048879" y="6186487"/>
            <a:ext cx="1604959" cy="534986"/>
          </a:xfrm>
          <a:prstGeom prst="rect">
            <a:avLst/>
          </a:prstGeom>
        </p:spPr>
      </p:pic>
      <p:sp>
        <p:nvSpPr>
          <p:cNvPr id="8" name="Marcador de texto 10">
            <a:extLst>
              <a:ext uri="{FF2B5EF4-FFF2-40B4-BE49-F238E27FC236}">
                <a16:creationId xmlns:a16="http://schemas.microsoft.com/office/drawing/2014/main" id="{BDA7E744-BF18-228B-9E90-4C0E6547AAC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95299" y="1841529"/>
            <a:ext cx="4630601" cy="4297303"/>
          </a:xfrm>
        </p:spPr>
        <p:txBody>
          <a:bodyPr>
            <a:normAutofit/>
          </a:bodyPr>
          <a:lstStyle>
            <a:lvl1pPr marL="0" indent="0">
              <a:buNone/>
              <a:defRPr sz="1530">
                <a:latin typeface="Montserrat "/>
              </a:defRPr>
            </a:lvl1pPr>
          </a:lstStyle>
          <a:p>
            <a:pPr lvl="0"/>
            <a:r>
              <a:rPr lang="es-ES"/>
              <a:t>Contenido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75161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41AD432-C358-E22D-FEA9-46596F6062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E4F715-6807-4443-8E70-66E74FE7EF42}" type="datetime1">
              <a:rPr lang="en-US" smtClean="0"/>
              <a:t>11/26/2025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8866B76-28D5-A665-8DD2-361564417C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54C699F-1D0C-4048-B6E5-51B1A33EB5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EA627-8E78-4523-8AD6-2E64EB270591}" type="slidenum">
              <a:rPr lang="en-US" smtClean="0"/>
              <a:t>‹Nº›</a:t>
            </a:fld>
            <a:endParaRPr lang="en-US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08857DB6-E145-4E9D-6EC4-8071FE68EF39}"/>
              </a:ext>
            </a:extLst>
          </p:cNvPr>
          <p:cNvSpPr/>
          <p:nvPr userDrawn="1"/>
        </p:nvSpPr>
        <p:spPr>
          <a:xfrm>
            <a:off x="0" y="0"/>
            <a:ext cx="914400" cy="914400"/>
          </a:xfrm>
          <a:prstGeom prst="rect">
            <a:avLst/>
          </a:prstGeom>
          <a:solidFill>
            <a:srgbClr val="2D317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8E848C44-271D-9FE5-D701-904A5164429A}"/>
              </a:ext>
            </a:extLst>
          </p:cNvPr>
          <p:cNvSpPr/>
          <p:nvPr userDrawn="1"/>
        </p:nvSpPr>
        <p:spPr>
          <a:xfrm>
            <a:off x="0" y="914400"/>
            <a:ext cx="914400" cy="5943600"/>
          </a:xfrm>
          <a:prstGeom prst="rect">
            <a:avLst/>
          </a:prstGeom>
          <a:solidFill>
            <a:schemeClr val="tx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272F8816-0341-2EAB-D6E6-660D429170F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01793" y="176213"/>
            <a:ext cx="522107" cy="567611"/>
          </a:xfrm>
          <a:prstGeom prst="rect">
            <a:avLst/>
          </a:prstGeom>
        </p:spPr>
      </p:pic>
      <p:sp>
        <p:nvSpPr>
          <p:cNvPr id="2" name="Marcador de texto 8">
            <a:extLst>
              <a:ext uri="{FF2B5EF4-FFF2-40B4-BE49-F238E27FC236}">
                <a16:creationId xmlns:a16="http://schemas.microsoft.com/office/drawing/2014/main" id="{AE4217DC-BB71-8647-BD2B-82FB90F92F6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5400000">
            <a:off x="-1774419" y="3144837"/>
            <a:ext cx="4428310" cy="568325"/>
          </a:xfrm>
        </p:spPr>
        <p:txBody>
          <a:bodyPr>
            <a:normAutofit/>
          </a:bodyPr>
          <a:lstStyle>
            <a:lvl1pPr marL="0" indent="0" algn="ctr">
              <a:buNone/>
              <a:defRPr sz="247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err="1"/>
              <a:t>Titulo</a:t>
            </a:r>
            <a:r>
              <a:rPr lang="en-US"/>
              <a:t> del </a:t>
            </a:r>
            <a:r>
              <a:rPr lang="en-US" err="1"/>
              <a:t>tema</a:t>
            </a:r>
            <a:endParaRPr lang="en-US"/>
          </a:p>
        </p:txBody>
      </p:sp>
      <p:sp>
        <p:nvSpPr>
          <p:cNvPr id="3" name="Marcador de texto 10">
            <a:extLst>
              <a:ext uri="{FF2B5EF4-FFF2-40B4-BE49-F238E27FC236}">
                <a16:creationId xmlns:a16="http://schemas.microsoft.com/office/drawing/2014/main" id="{0E9C3ADD-CDE6-A6F7-6B96-C38FC5F2678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73810" y="1374121"/>
            <a:ext cx="10230213" cy="4297303"/>
          </a:xfrm>
        </p:spPr>
        <p:txBody>
          <a:bodyPr>
            <a:normAutofit/>
          </a:bodyPr>
          <a:lstStyle>
            <a:lvl1pPr marL="0" indent="0">
              <a:buNone/>
              <a:defRPr sz="1530">
                <a:latin typeface="Montserrat "/>
              </a:defRPr>
            </a:lvl1pPr>
          </a:lstStyle>
          <a:p>
            <a:pPr lvl="0"/>
            <a:r>
              <a:rPr lang="es-ES"/>
              <a:t>Contenido</a:t>
            </a:r>
            <a:endParaRPr lang="en-US"/>
          </a:p>
        </p:txBody>
      </p:sp>
      <p:sp>
        <p:nvSpPr>
          <p:cNvPr id="7" name="Marcador de texto 12">
            <a:extLst>
              <a:ext uri="{FF2B5EF4-FFF2-40B4-BE49-F238E27FC236}">
                <a16:creationId xmlns:a16="http://schemas.microsoft.com/office/drawing/2014/main" id="{C6F47F92-2485-6664-3B4B-FCAE6E45C9C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273810" y="743824"/>
            <a:ext cx="10269893" cy="534987"/>
          </a:xfrm>
        </p:spPr>
        <p:txBody>
          <a:bodyPr>
            <a:noAutofit/>
          </a:bodyPr>
          <a:lstStyle>
            <a:lvl1pPr marL="0" indent="0">
              <a:buNone/>
              <a:defRPr sz="2470">
                <a:latin typeface="+mj-lt"/>
              </a:defRPr>
            </a:lvl1pPr>
          </a:lstStyle>
          <a:p>
            <a:pPr lvl="0"/>
            <a:r>
              <a:rPr lang="en-US" err="1"/>
              <a:t>Titulo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9062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41AD432-C358-E22D-FEA9-46596F6062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E4F715-6807-4443-8E70-66E74FE7EF42}" type="datetime1">
              <a:rPr lang="en-US" smtClean="0"/>
              <a:t>11/26/2025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8866B76-28D5-A665-8DD2-361564417C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54C699F-1D0C-4048-B6E5-51B1A33EB5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EA627-8E78-4523-8AD6-2E64EB270591}" type="slidenum">
              <a:rPr lang="en-US" smtClean="0"/>
              <a:t>‹Nº›</a:t>
            </a:fld>
            <a:endParaRPr lang="en-US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08857DB6-E145-4E9D-6EC4-8071FE68EF39}"/>
              </a:ext>
            </a:extLst>
          </p:cNvPr>
          <p:cNvSpPr/>
          <p:nvPr userDrawn="1"/>
        </p:nvSpPr>
        <p:spPr>
          <a:xfrm>
            <a:off x="0" y="0"/>
            <a:ext cx="914400" cy="914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8E848C44-271D-9FE5-D701-904A5164429A}"/>
              </a:ext>
            </a:extLst>
          </p:cNvPr>
          <p:cNvSpPr/>
          <p:nvPr userDrawn="1"/>
        </p:nvSpPr>
        <p:spPr>
          <a:xfrm>
            <a:off x="0" y="914400"/>
            <a:ext cx="914400" cy="5943600"/>
          </a:xfrm>
          <a:prstGeom prst="rect">
            <a:avLst/>
          </a:prstGeom>
          <a:solidFill>
            <a:srgbClr val="2D317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272F8816-0341-2EAB-D6E6-660D429170F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01793" y="176213"/>
            <a:ext cx="522107" cy="567611"/>
          </a:xfrm>
          <a:prstGeom prst="rect">
            <a:avLst/>
          </a:prstGeom>
        </p:spPr>
      </p:pic>
      <p:sp>
        <p:nvSpPr>
          <p:cNvPr id="2" name="Marcador de texto 8">
            <a:extLst>
              <a:ext uri="{FF2B5EF4-FFF2-40B4-BE49-F238E27FC236}">
                <a16:creationId xmlns:a16="http://schemas.microsoft.com/office/drawing/2014/main" id="{AE4217DC-BB71-8647-BD2B-82FB90F92F6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5400000">
            <a:off x="-1774419" y="3144837"/>
            <a:ext cx="4428310" cy="568325"/>
          </a:xfrm>
        </p:spPr>
        <p:txBody>
          <a:bodyPr>
            <a:normAutofit/>
          </a:bodyPr>
          <a:lstStyle>
            <a:lvl1pPr marL="0" indent="0" algn="ctr">
              <a:buNone/>
              <a:defRPr sz="247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err="1"/>
              <a:t>Titulo</a:t>
            </a:r>
            <a:r>
              <a:rPr lang="en-US"/>
              <a:t> del </a:t>
            </a:r>
            <a:r>
              <a:rPr lang="en-US" err="1"/>
              <a:t>tema</a:t>
            </a:r>
            <a:endParaRPr lang="en-US"/>
          </a:p>
        </p:txBody>
      </p:sp>
      <p:sp>
        <p:nvSpPr>
          <p:cNvPr id="3" name="Marcador de texto 10">
            <a:extLst>
              <a:ext uri="{FF2B5EF4-FFF2-40B4-BE49-F238E27FC236}">
                <a16:creationId xmlns:a16="http://schemas.microsoft.com/office/drawing/2014/main" id="{EA613620-E374-91D5-AE91-5BA1E2B32C9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73810" y="1374121"/>
            <a:ext cx="10230213" cy="4297303"/>
          </a:xfrm>
        </p:spPr>
        <p:txBody>
          <a:bodyPr>
            <a:normAutofit/>
          </a:bodyPr>
          <a:lstStyle>
            <a:lvl1pPr marL="0" indent="0">
              <a:buNone/>
              <a:defRPr sz="1530">
                <a:latin typeface="Montserrat "/>
              </a:defRPr>
            </a:lvl1pPr>
          </a:lstStyle>
          <a:p>
            <a:pPr lvl="0"/>
            <a:r>
              <a:rPr lang="es-ES"/>
              <a:t>Contenido</a:t>
            </a:r>
            <a:endParaRPr lang="en-US"/>
          </a:p>
        </p:txBody>
      </p:sp>
      <p:sp>
        <p:nvSpPr>
          <p:cNvPr id="7" name="Marcador de texto 12">
            <a:extLst>
              <a:ext uri="{FF2B5EF4-FFF2-40B4-BE49-F238E27FC236}">
                <a16:creationId xmlns:a16="http://schemas.microsoft.com/office/drawing/2014/main" id="{1B87546A-4A19-016D-5754-8EA013DE099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273810" y="743824"/>
            <a:ext cx="10269893" cy="534987"/>
          </a:xfrm>
        </p:spPr>
        <p:txBody>
          <a:bodyPr>
            <a:noAutofit/>
          </a:bodyPr>
          <a:lstStyle>
            <a:lvl1pPr marL="0" indent="0">
              <a:buNone/>
              <a:defRPr sz="2470">
                <a:latin typeface="+mj-lt"/>
              </a:defRPr>
            </a:lvl1pPr>
          </a:lstStyle>
          <a:p>
            <a:pPr lvl="0"/>
            <a:r>
              <a:rPr lang="en-US" err="1"/>
              <a:t>Titulo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04757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Variac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C71664FF-5C22-5E99-F49E-B8F5A1FBC905}"/>
              </a:ext>
            </a:extLst>
          </p:cNvPr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rgbClr val="2D317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494F434-A6A8-F9C6-ECD1-FE4637622D9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987424"/>
            <a:ext cx="3932237" cy="1069975"/>
          </a:xfrm>
        </p:spPr>
        <p:txBody>
          <a:bodyPr anchor="b"/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es-ES"/>
              <a:t>Titulo</a:t>
            </a:r>
            <a:endParaRPr lang="en-US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60505B12-121B-95B6-3977-98603224B58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627222" y="987425"/>
            <a:ext cx="4728165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382055DD-EF92-1A2A-287D-236926BBECEA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Texto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9672752-0BF7-4526-991A-2E214D8827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3389F-005A-47A5-BEAA-64C65CA7CE55}" type="datetime1">
              <a:rPr lang="en-US" smtClean="0"/>
              <a:t>11/26/2025</a:t>
            </a:fld>
            <a:endParaRPr lang="en-U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FD514A2-78D2-2BD0-D424-EEF01189C5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239729D-0B81-FD51-CF25-DC70BE728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EA627-8E78-4523-8AD6-2E64EB270591}" type="slidenum">
              <a:rPr lang="en-US" smtClean="0"/>
              <a:t>‹Nº›</a:t>
            </a:fld>
            <a:endParaRPr lang="en-US"/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98791EA5-D238-38F9-509C-A93A2D92B59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8200" y="6186489"/>
            <a:ext cx="1604959" cy="534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07375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5AC5DF8E-9D07-8467-5C83-FC9D8DEDAC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8ED844-CB79-4263-A9D9-2A6078EFE746}" type="datetime1">
              <a:rPr lang="en-US" smtClean="0"/>
              <a:t>11/26/2025</a:t>
            </a:fld>
            <a:endParaRPr lang="en-U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2790785E-8DEC-BD9F-2FF5-C45891D07C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051E7041-A419-1323-3042-DF2991E26D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EA627-8E78-4523-8AD6-2E64EB270591}" type="slidenum">
              <a:rPr lang="en-US" smtClean="0"/>
              <a:t>‹Nº›</a:t>
            </a:fld>
            <a:endParaRPr lang="en-US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812809BA-0869-E924-595B-1B6C91E9847C}"/>
              </a:ext>
            </a:extLst>
          </p:cNvPr>
          <p:cNvSpPr/>
          <p:nvPr userDrawn="1"/>
        </p:nvSpPr>
        <p:spPr>
          <a:xfrm>
            <a:off x="6096001" y="0"/>
            <a:ext cx="6096000" cy="6857999"/>
          </a:xfrm>
          <a:prstGeom prst="rect">
            <a:avLst/>
          </a:prstGeom>
          <a:solidFill>
            <a:srgbClr val="2D317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958736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7B2CDCD-6BC2-EC3A-3363-53DF0EC1AD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A2E75770-292C-171D-5F12-FB5AD3F6B6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3300129-D3E1-74BE-F190-AFEEA40066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9BEFEB-B828-486B-B65E-9C7DFBB23D69}" type="datetime1">
              <a:rPr lang="en-US" smtClean="0"/>
              <a:t>11/26/2025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AF6D5D3-4387-6C43-DF11-A9F0CCF8CB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9AC8E7B-E415-4030-9279-DC617FB570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EA627-8E78-4523-8AD6-2E64EB27059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920769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FC54FEF0-480B-B653-7913-58D2C7268AB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E6C85649-2CDE-14A4-D565-EF2274E982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8E1FB7E-32B4-4664-050A-43F1542D0E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E1E4B0-8A2C-44A5-BD9A-3420DE1C30E4}" type="datetime1">
              <a:rPr lang="en-US" smtClean="0"/>
              <a:t>11/26/2025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7219DA4-B470-4EE6-473D-080E3EB009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70F0152-0602-3514-E3E3-7A97C32E1D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EA627-8E78-4523-8AD6-2E64EB27059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87795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5A2E11DB-4B81-A335-A893-205457FC0C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ED32068-62AE-9B51-7655-476471DE4C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B3BDA5D-00F8-E71B-1EBC-071D634B9F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3FA041-54C8-461C-9A22-4FD387F84E76}" type="datetime1">
              <a:rPr lang="en-US" smtClean="0"/>
              <a:t>11/26/2025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9A2A0DA-6D4E-E53B-495F-4E4E7DD435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8E4D2E7-F7DC-F8A7-78F7-112B6C94888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DEA627-8E78-4523-8AD6-2E64EB27059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80232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  <p:sldLayoutId id="2147483650" r:id="rId2"/>
    <p:sldLayoutId id="2147483653" r:id="rId3"/>
    <p:sldLayoutId id="2147483652" r:id="rId4"/>
    <p:sldLayoutId id="2147483649" r:id="rId5"/>
    <p:sldLayoutId id="2147483655" r:id="rId6"/>
    <p:sldLayoutId id="2147483660" r:id="rId7"/>
    <p:sldLayoutId id="2147483651" r:id="rId8"/>
    <p:sldLayoutId id="2147483661" r:id="rId9"/>
    <p:sldLayoutId id="2147483657" r:id="rId10"/>
    <p:sldLayoutId id="2147483654" r:id="rId11"/>
    <p:sldLayoutId id="2147483658" r:id="rId12"/>
    <p:sldLayoutId id="2147483659" r:id="rId13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Montserrat Black" pitchFamily="2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Marcador de texto 8">
            <a:extLst>
              <a:ext uri="{FF2B5EF4-FFF2-40B4-BE49-F238E27FC236}">
                <a16:creationId xmlns:a16="http://schemas.microsoft.com/office/drawing/2014/main" id="{90C90DAF-CA13-DBA5-0169-9713012F125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502569" y="2761456"/>
            <a:ext cx="9186862" cy="1230384"/>
          </a:xfrm>
        </p:spPr>
        <p:txBody>
          <a:bodyPr vert="horz" lIns="91440" tIns="45720" rIns="91440" bIns="45720" rtlCol="0" anchor="t">
            <a:normAutofit fontScale="62500" lnSpcReduction="20000"/>
          </a:bodyPr>
          <a:lstStyle/>
          <a:p>
            <a:r>
              <a:rPr lang="es-BO" dirty="0"/>
              <a:t>Optimización de Tiempos de Entrega</a:t>
            </a:r>
          </a:p>
          <a:p>
            <a:r>
              <a:rPr lang="es-BO" dirty="0"/>
              <a:t>DATASET OLIS</a:t>
            </a:r>
          </a:p>
          <a:p>
            <a:r>
              <a:rPr lang="es-BO" dirty="0"/>
              <a:t>-- Sprint 3 --</a:t>
            </a:r>
          </a:p>
          <a:p>
            <a:endParaRPr lang="es-BO" dirty="0"/>
          </a:p>
        </p:txBody>
      </p:sp>
      <p:sp>
        <p:nvSpPr>
          <p:cNvPr id="10" name="Marcador de texto 9">
            <a:extLst>
              <a:ext uri="{FF2B5EF4-FFF2-40B4-BE49-F238E27FC236}">
                <a16:creationId xmlns:a16="http://schemas.microsoft.com/office/drawing/2014/main" id="{530AAA6E-A240-C28E-FFEC-FEED7A4EDE0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446213" y="4151168"/>
            <a:ext cx="9299575" cy="162601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BO" sz="2450" dirty="0"/>
              <a:t>Integrantes:</a:t>
            </a:r>
          </a:p>
          <a:p>
            <a:pPr>
              <a:lnSpc>
                <a:spcPct val="70000"/>
              </a:lnSpc>
            </a:pPr>
            <a:r>
              <a:rPr lang="en-US" sz="2450" dirty="0">
                <a:ea typeface="+mn-lt"/>
                <a:cs typeface="+mn-lt"/>
              </a:rPr>
              <a:t>EFRAIN ZENON SALINAS SANCHEZ</a:t>
            </a:r>
            <a:endParaRPr lang="en-US" dirty="0"/>
          </a:p>
          <a:p>
            <a:pPr>
              <a:lnSpc>
                <a:spcPct val="70000"/>
              </a:lnSpc>
            </a:pPr>
            <a:r>
              <a:rPr lang="en-US" sz="2450" dirty="0"/>
              <a:t>RODRIGO CARDENAS SANCHEZ</a:t>
            </a:r>
            <a:endParaRPr lang="en-US" dirty="0"/>
          </a:p>
          <a:p>
            <a:endParaRPr lang="en-US" sz="2450" dirty="0"/>
          </a:p>
        </p:txBody>
      </p:sp>
    </p:spTree>
    <p:extLst>
      <p:ext uri="{BB962C8B-B14F-4D97-AF65-F5344CB8AC3E}">
        <p14:creationId xmlns:p14="http://schemas.microsoft.com/office/powerpoint/2010/main" val="15545327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Marcador de posición de imagen 2">
            <a:extLst>
              <a:ext uri="{FF2B5EF4-FFF2-40B4-BE49-F238E27FC236}">
                <a16:creationId xmlns:a16="http://schemas.microsoft.com/office/drawing/2014/main" id="{20A1908E-369F-2422-0BF2-CD3F36870F9C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/>
          <a:srcRect l="12753" r="12753"/>
          <a:stretch/>
        </p:blipFill>
        <p:spPr>
          <a:prstGeom prst="rect">
            <a:avLst/>
          </a:prstGeom>
        </p:spPr>
      </p:pic>
      <p:sp>
        <p:nvSpPr>
          <p:cNvPr id="11" name="Marcador de texto 10">
            <a:extLst>
              <a:ext uri="{FF2B5EF4-FFF2-40B4-BE49-F238E27FC236}">
                <a16:creationId xmlns:a16="http://schemas.microsoft.com/office/drawing/2014/main" id="{B3CC2939-A649-A4CB-FFD6-B98F6FFB32C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494213" y="1367790"/>
            <a:ext cx="7315200" cy="1090749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BO" dirty="0"/>
              <a:t>El </a:t>
            </a:r>
            <a:r>
              <a:rPr lang="es-BO" dirty="0" err="1"/>
              <a:t>Dataset</a:t>
            </a:r>
            <a:endParaRPr lang="es-BO" dirty="0"/>
          </a:p>
          <a:p>
            <a:endParaRPr lang="en-US" dirty="0"/>
          </a:p>
        </p:txBody>
      </p:sp>
      <p:sp>
        <p:nvSpPr>
          <p:cNvPr id="12" name="Marcador de texto 11">
            <a:extLst>
              <a:ext uri="{FF2B5EF4-FFF2-40B4-BE49-F238E27FC236}">
                <a16:creationId xmlns:a16="http://schemas.microsoft.com/office/drawing/2014/main" id="{4D6ABB2B-E0C0-A468-8F0A-BC39AF1E150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494213" y="2363981"/>
            <a:ext cx="7315200" cy="271311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BO" sz="2450" dirty="0"/>
              <a:t>OLIST es un </a:t>
            </a:r>
            <a:r>
              <a:rPr lang="es-BO" sz="2450" dirty="0" err="1"/>
              <a:t>dataset</a:t>
            </a:r>
            <a:r>
              <a:rPr lang="es-BO" sz="2450" dirty="0"/>
              <a:t> de un </a:t>
            </a:r>
            <a:r>
              <a:rPr lang="es-BO" sz="2450" dirty="0" err="1"/>
              <a:t>Ecommerce</a:t>
            </a:r>
            <a:r>
              <a:rPr lang="es-BO" sz="2450" dirty="0"/>
              <a:t> brasilero, que contiene información de los pedidos en 09/2016 y 10/2018.</a:t>
            </a:r>
          </a:p>
        </p:txBody>
      </p:sp>
    </p:spTree>
    <p:extLst>
      <p:ext uri="{BB962C8B-B14F-4D97-AF65-F5344CB8AC3E}">
        <p14:creationId xmlns:p14="http://schemas.microsoft.com/office/powerpoint/2010/main" val="40268793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4091D403-98E1-F79F-0D60-16E49532D9A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495040" y="1473272"/>
            <a:ext cx="5219123" cy="1158738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s-BO" dirty="0"/>
              <a:t>El Problema</a:t>
            </a:r>
          </a:p>
        </p:txBody>
      </p:sp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8167FF01-DBC4-2E06-231C-BE7D7E4ED68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546994" y="2789189"/>
            <a:ext cx="5227494" cy="225844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BO" sz="1500" dirty="0">
                <a:ea typeface="+mn-lt"/>
                <a:cs typeface="+mn-lt"/>
              </a:rPr>
              <a:t>Diferencia en los tiempos de entrega que impacta negativamente en la experiencia del cliente.</a:t>
            </a:r>
          </a:p>
          <a:p>
            <a:endParaRPr lang="es-BO" sz="1500" dirty="0">
              <a:ea typeface="+mn-lt"/>
              <a:cs typeface="+mn-lt"/>
            </a:endParaRPr>
          </a:p>
          <a:p>
            <a:r>
              <a:rPr lang="es-BO" sz="1500" dirty="0">
                <a:ea typeface="+mn-lt"/>
                <a:cs typeface="+mn-lt"/>
              </a:rPr>
              <a:t>Para lo cual se ha desarrollado el pipeline para tener el mejor modelo de tres modelos evaluados.</a:t>
            </a:r>
            <a:endParaRPr lang="es-BO" sz="1500" dirty="0"/>
          </a:p>
        </p:txBody>
      </p:sp>
      <p:pic>
        <p:nvPicPr>
          <p:cNvPr id="3" name="Imagen 2" descr="Gráfico&#10;&#10;El contenido generado por IA puede ser incorrecto.">
            <a:extLst>
              <a:ext uri="{FF2B5EF4-FFF2-40B4-BE49-F238E27FC236}">
                <a16:creationId xmlns:a16="http://schemas.microsoft.com/office/drawing/2014/main" id="{53BC9DA0-C14C-EBA9-9631-38231191D1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278" y="1528329"/>
            <a:ext cx="5801722" cy="3801341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F0A2AA22-781D-4CC2-B0CA-D9102D100274}"/>
              </a:ext>
            </a:extLst>
          </p:cNvPr>
          <p:cNvSpPr txBox="1"/>
          <p:nvPr/>
        </p:nvSpPr>
        <p:spPr>
          <a:xfrm>
            <a:off x="6546994" y="4743147"/>
            <a:ext cx="329953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s-ES" dirty="0"/>
              <a:t>- Regresión Lineal </a:t>
            </a:r>
          </a:p>
          <a:p>
            <a:pPr lvl="0"/>
            <a:r>
              <a:rPr lang="es-ES" dirty="0"/>
              <a:t>- </a:t>
            </a:r>
            <a:r>
              <a:rPr lang="es-ES" dirty="0" err="1"/>
              <a:t>XGBoost</a:t>
            </a:r>
            <a:endParaRPr lang="es-ES" dirty="0"/>
          </a:p>
          <a:p>
            <a:pPr lvl="0"/>
            <a:r>
              <a:rPr lang="es-ES" dirty="0"/>
              <a:t>- </a:t>
            </a:r>
            <a:r>
              <a:rPr lang="es-ES" dirty="0" err="1"/>
              <a:t>Random</a:t>
            </a:r>
            <a:r>
              <a:rPr lang="es-ES" dirty="0"/>
              <a:t> Forest</a:t>
            </a:r>
          </a:p>
        </p:txBody>
      </p:sp>
    </p:spTree>
    <p:extLst>
      <p:ext uri="{BB962C8B-B14F-4D97-AF65-F5344CB8AC3E}">
        <p14:creationId xmlns:p14="http://schemas.microsoft.com/office/powerpoint/2010/main" val="22494198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F7AC8D-B67C-3205-C0FC-AF7EDB2D9E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D8AC8047-759F-F980-BECF-F5DC2E54890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646940" y="1473272"/>
            <a:ext cx="9067223" cy="1158738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s-BO" dirty="0"/>
              <a:t>Pipeline implementado</a:t>
            </a:r>
          </a:p>
        </p:txBody>
      </p:sp>
      <p:graphicFrame>
        <p:nvGraphicFramePr>
          <p:cNvPr id="7" name="Diagrama 6">
            <a:extLst>
              <a:ext uri="{FF2B5EF4-FFF2-40B4-BE49-F238E27FC236}">
                <a16:creationId xmlns:a16="http://schemas.microsoft.com/office/drawing/2014/main" id="{E364B6F4-7323-47B1-1CB5-86B7E477007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22065831"/>
              </p:ext>
            </p:extLst>
          </p:nvPr>
        </p:nvGraphicFramePr>
        <p:xfrm>
          <a:off x="371475" y="2238375"/>
          <a:ext cx="11153775" cy="3657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7338850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>
            <a:extLst>
              <a:ext uri="{FF2B5EF4-FFF2-40B4-BE49-F238E27FC236}">
                <a16:creationId xmlns:a16="http://schemas.microsoft.com/office/drawing/2014/main" id="{B46EF7BD-9402-48C3-9C48-F3B69067C5B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3577"/>
          <a:stretch/>
        </p:blipFill>
        <p:spPr>
          <a:xfrm>
            <a:off x="5051561" y="122663"/>
            <a:ext cx="2713345" cy="6612673"/>
          </a:xfrm>
          <a:prstGeom prst="rect">
            <a:avLst/>
          </a:prstGeom>
        </p:spPr>
      </p:pic>
      <p:cxnSp>
        <p:nvCxnSpPr>
          <p:cNvPr id="8" name="Conector recto de flecha 7">
            <a:extLst>
              <a:ext uri="{FF2B5EF4-FFF2-40B4-BE49-F238E27FC236}">
                <a16:creationId xmlns:a16="http://schemas.microsoft.com/office/drawing/2014/main" id="{6B62796E-F93D-413D-8F48-5D83F4262C08}"/>
              </a:ext>
            </a:extLst>
          </p:cNvPr>
          <p:cNvCxnSpPr>
            <a:cxnSpLocks/>
          </p:cNvCxnSpPr>
          <p:nvPr/>
        </p:nvCxnSpPr>
        <p:spPr>
          <a:xfrm flipH="1">
            <a:off x="6690732" y="1460810"/>
            <a:ext cx="1929161" cy="0"/>
          </a:xfrm>
          <a:prstGeom prst="straightConnector1">
            <a:avLst/>
          </a:prstGeom>
          <a:ln w="34925"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0" name="CuadroTexto 9">
            <a:extLst>
              <a:ext uri="{FF2B5EF4-FFF2-40B4-BE49-F238E27FC236}">
                <a16:creationId xmlns:a16="http://schemas.microsoft.com/office/drawing/2014/main" id="{061E826C-85B7-487E-BFDB-5167F13D966B}"/>
              </a:ext>
            </a:extLst>
          </p:cNvPr>
          <p:cNvSpPr txBox="1"/>
          <p:nvPr/>
        </p:nvSpPr>
        <p:spPr>
          <a:xfrm>
            <a:off x="8683022" y="1276144"/>
            <a:ext cx="11128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ES" dirty="0" err="1"/>
              <a:t>Dataset</a:t>
            </a:r>
            <a:endParaRPr lang="es-BO" dirty="0"/>
          </a:p>
        </p:txBody>
      </p:sp>
      <p:cxnSp>
        <p:nvCxnSpPr>
          <p:cNvPr id="11" name="Conector recto de flecha 10">
            <a:extLst>
              <a:ext uri="{FF2B5EF4-FFF2-40B4-BE49-F238E27FC236}">
                <a16:creationId xmlns:a16="http://schemas.microsoft.com/office/drawing/2014/main" id="{47C541B5-CA19-4B70-9B03-85AEBF8F6ECD}"/>
              </a:ext>
            </a:extLst>
          </p:cNvPr>
          <p:cNvCxnSpPr>
            <a:cxnSpLocks/>
          </p:cNvCxnSpPr>
          <p:nvPr/>
        </p:nvCxnSpPr>
        <p:spPr>
          <a:xfrm>
            <a:off x="3446585" y="2021173"/>
            <a:ext cx="1863170" cy="0"/>
          </a:xfrm>
          <a:prstGeom prst="straightConnector1">
            <a:avLst/>
          </a:prstGeom>
          <a:ln w="34925"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4" name="CuadroTexto 13">
            <a:extLst>
              <a:ext uri="{FF2B5EF4-FFF2-40B4-BE49-F238E27FC236}">
                <a16:creationId xmlns:a16="http://schemas.microsoft.com/office/drawing/2014/main" id="{0FBB663E-4CBC-4369-AF19-55A4F97CA011}"/>
              </a:ext>
            </a:extLst>
          </p:cNvPr>
          <p:cNvSpPr txBox="1"/>
          <p:nvPr/>
        </p:nvSpPr>
        <p:spPr>
          <a:xfrm>
            <a:off x="2579866" y="1651841"/>
            <a:ext cx="18389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ES" dirty="0"/>
              <a:t>Mejor modelo</a:t>
            </a:r>
            <a:endParaRPr lang="es-BO" dirty="0"/>
          </a:p>
        </p:txBody>
      </p:sp>
      <p:cxnSp>
        <p:nvCxnSpPr>
          <p:cNvPr id="15" name="Conector recto de flecha 14">
            <a:extLst>
              <a:ext uri="{FF2B5EF4-FFF2-40B4-BE49-F238E27FC236}">
                <a16:creationId xmlns:a16="http://schemas.microsoft.com/office/drawing/2014/main" id="{CCB6C001-DD55-463B-98BB-9DFF040790AA}"/>
              </a:ext>
            </a:extLst>
          </p:cNvPr>
          <p:cNvCxnSpPr>
            <a:cxnSpLocks/>
          </p:cNvCxnSpPr>
          <p:nvPr/>
        </p:nvCxnSpPr>
        <p:spPr>
          <a:xfrm flipH="1">
            <a:off x="6800325" y="5934336"/>
            <a:ext cx="1929161" cy="0"/>
          </a:xfrm>
          <a:prstGeom prst="straightConnector1">
            <a:avLst/>
          </a:prstGeom>
          <a:ln w="34925"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6" name="CuadroTexto 15">
            <a:extLst>
              <a:ext uri="{FF2B5EF4-FFF2-40B4-BE49-F238E27FC236}">
                <a16:creationId xmlns:a16="http://schemas.microsoft.com/office/drawing/2014/main" id="{D4619DE3-02C1-4A05-A21D-7E52BE451638}"/>
              </a:ext>
            </a:extLst>
          </p:cNvPr>
          <p:cNvSpPr txBox="1"/>
          <p:nvPr/>
        </p:nvSpPr>
        <p:spPr>
          <a:xfrm>
            <a:off x="8813479" y="5749670"/>
            <a:ext cx="223009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ES" dirty="0"/>
              <a:t>Implementación </a:t>
            </a:r>
          </a:p>
          <a:p>
            <a:pPr algn="l"/>
            <a:r>
              <a:rPr lang="es-ES" dirty="0"/>
              <a:t>Pipeline</a:t>
            </a:r>
            <a:endParaRPr lang="es-BO" dirty="0"/>
          </a:p>
        </p:txBody>
      </p:sp>
      <p:cxnSp>
        <p:nvCxnSpPr>
          <p:cNvPr id="17" name="Conector recto de flecha 16">
            <a:extLst>
              <a:ext uri="{FF2B5EF4-FFF2-40B4-BE49-F238E27FC236}">
                <a16:creationId xmlns:a16="http://schemas.microsoft.com/office/drawing/2014/main" id="{1176B180-132E-47F5-9550-72D0E2DEBBC0}"/>
              </a:ext>
            </a:extLst>
          </p:cNvPr>
          <p:cNvCxnSpPr>
            <a:cxnSpLocks/>
          </p:cNvCxnSpPr>
          <p:nvPr/>
        </p:nvCxnSpPr>
        <p:spPr>
          <a:xfrm>
            <a:off x="3223078" y="5688825"/>
            <a:ext cx="1863170" cy="0"/>
          </a:xfrm>
          <a:prstGeom prst="straightConnector1">
            <a:avLst/>
          </a:prstGeom>
          <a:ln w="34925"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8" name="CuadroTexto 17">
            <a:extLst>
              <a:ext uri="{FF2B5EF4-FFF2-40B4-BE49-F238E27FC236}">
                <a16:creationId xmlns:a16="http://schemas.microsoft.com/office/drawing/2014/main" id="{F341B1DD-73CC-4728-B55C-659E8C7FB927}"/>
              </a:ext>
            </a:extLst>
          </p:cNvPr>
          <p:cNvSpPr txBox="1"/>
          <p:nvPr/>
        </p:nvSpPr>
        <p:spPr>
          <a:xfrm>
            <a:off x="2527102" y="5233850"/>
            <a:ext cx="21226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ES" dirty="0"/>
              <a:t>Cuaderno inicial</a:t>
            </a:r>
            <a:endParaRPr lang="es-BO" dirty="0"/>
          </a:p>
        </p:txBody>
      </p:sp>
      <p:sp>
        <p:nvSpPr>
          <p:cNvPr id="20" name="Abrir llave 19">
            <a:extLst>
              <a:ext uri="{FF2B5EF4-FFF2-40B4-BE49-F238E27FC236}">
                <a16:creationId xmlns:a16="http://schemas.microsoft.com/office/drawing/2014/main" id="{72A050DB-030E-43F0-916A-C61B55E6495E}"/>
              </a:ext>
            </a:extLst>
          </p:cNvPr>
          <p:cNvSpPr/>
          <p:nvPr/>
        </p:nvSpPr>
        <p:spPr>
          <a:xfrm>
            <a:off x="4649799" y="3207434"/>
            <a:ext cx="401762" cy="1940772"/>
          </a:xfrm>
          <a:prstGeom prst="leftBrace">
            <a:avLst/>
          </a:prstGeom>
          <a:ln w="4445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417A8F72-E235-4566-98C7-8272DA759E96}"/>
              </a:ext>
            </a:extLst>
          </p:cNvPr>
          <p:cNvSpPr txBox="1"/>
          <p:nvPr/>
        </p:nvSpPr>
        <p:spPr>
          <a:xfrm>
            <a:off x="2579866" y="3550351"/>
            <a:ext cx="179568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ES" dirty="0"/>
              <a:t>Pipeline</a:t>
            </a:r>
          </a:p>
          <a:p>
            <a:pPr algn="l"/>
            <a:r>
              <a:rPr lang="es-ES" dirty="0"/>
              <a:t> estructurado</a:t>
            </a:r>
            <a:endParaRPr lang="es-BO" dirty="0"/>
          </a:p>
        </p:txBody>
      </p:sp>
    </p:spTree>
    <p:extLst>
      <p:ext uri="{BB962C8B-B14F-4D97-AF65-F5344CB8AC3E}">
        <p14:creationId xmlns:p14="http://schemas.microsoft.com/office/powerpoint/2010/main" val="11970295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A3EBDD-1DE1-26D4-7F15-58A1CC6B5A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8B6E39BD-94A2-5A87-7CE7-D80BDD0F3A6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876888" y="642792"/>
            <a:ext cx="8897600" cy="543943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s-BO" sz="1600" dirty="0"/>
              <a:t>Modelos: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BO" sz="1600" dirty="0"/>
              <a:t>Regresión Lineal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BO" sz="1600" dirty="0" err="1"/>
              <a:t>Random</a:t>
            </a:r>
            <a:r>
              <a:rPr lang="es-BO" sz="1600" dirty="0"/>
              <a:t> Forest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BO" sz="1600" dirty="0" err="1"/>
              <a:t>XGBoost</a:t>
            </a:r>
            <a:endParaRPr lang="es-BO" sz="1600" dirty="0"/>
          </a:p>
        </p:txBody>
      </p:sp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956A8E11-DE8C-6538-2001-BDA2BFE8FD5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65200" y="2183053"/>
            <a:ext cx="8509288" cy="2315594"/>
          </a:xfrm>
        </p:spPr>
        <p:txBody>
          <a:bodyPr vert="horz" lIns="91440" tIns="45720" rIns="91440" bIns="45720" rtlCol="0" anchor="t">
            <a:normAutofit/>
          </a:bodyPr>
          <a:lstStyle/>
          <a:p>
            <a:endParaRPr lang="es-BO" sz="1500"/>
          </a:p>
          <a:p>
            <a:endParaRPr lang="en-US" sz="1500"/>
          </a:p>
        </p:txBody>
      </p:sp>
      <p:sp>
        <p:nvSpPr>
          <p:cNvPr id="13" name="Marcador de texto 5">
            <a:extLst>
              <a:ext uri="{FF2B5EF4-FFF2-40B4-BE49-F238E27FC236}">
                <a16:creationId xmlns:a16="http://schemas.microsoft.com/office/drawing/2014/main" id="{260D5183-FF4B-25FE-78E4-6DCA36989A50}"/>
              </a:ext>
            </a:extLst>
          </p:cNvPr>
          <p:cNvSpPr txBox="1">
            <a:spLocks/>
          </p:cNvSpPr>
          <p:nvPr/>
        </p:nvSpPr>
        <p:spPr>
          <a:xfrm>
            <a:off x="2865150" y="2335453"/>
            <a:ext cx="9061738" cy="231559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53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BO" sz="1500" dirty="0"/>
          </a:p>
          <a:p>
            <a:pPr marL="285750" indent="-285750">
              <a:buFont typeface="Calibri" panose="020B0604020202020204" pitchFamily="34" charset="0"/>
              <a:buChar char="-"/>
            </a:pPr>
            <a:endParaRPr lang="es-BO" sz="1500" dirty="0"/>
          </a:p>
          <a:p>
            <a:endParaRPr lang="en-US" sz="1500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4FB6DA03-4F44-4F56-A3FC-CEF4217739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5208" y="2792110"/>
            <a:ext cx="9935737" cy="3565475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128348EF-8610-4C22-8A54-35822AC725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2869" y="456834"/>
            <a:ext cx="5615674" cy="1878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82845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A3EBDD-1DE1-26D4-7F15-58A1CC6B5A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8B6E39BD-94A2-5A87-7CE7-D80BDD0F3A6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869479" y="1481931"/>
            <a:ext cx="8897600" cy="543943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s-BO" dirty="0"/>
              <a:t>A ver el código….</a:t>
            </a:r>
          </a:p>
        </p:txBody>
      </p:sp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956A8E11-DE8C-6538-2001-BDA2BFE8FD5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65200" y="2183053"/>
            <a:ext cx="8509288" cy="2315594"/>
          </a:xfrm>
        </p:spPr>
        <p:txBody>
          <a:bodyPr vert="horz" lIns="91440" tIns="45720" rIns="91440" bIns="45720" rtlCol="0" anchor="t">
            <a:normAutofit/>
          </a:bodyPr>
          <a:lstStyle/>
          <a:p>
            <a:endParaRPr lang="es-BO" sz="1500"/>
          </a:p>
          <a:p>
            <a:endParaRPr lang="en-US" sz="1500"/>
          </a:p>
        </p:txBody>
      </p:sp>
      <p:sp>
        <p:nvSpPr>
          <p:cNvPr id="13" name="Marcador de texto 5">
            <a:extLst>
              <a:ext uri="{FF2B5EF4-FFF2-40B4-BE49-F238E27FC236}">
                <a16:creationId xmlns:a16="http://schemas.microsoft.com/office/drawing/2014/main" id="{260D5183-FF4B-25FE-78E4-6DCA36989A50}"/>
              </a:ext>
            </a:extLst>
          </p:cNvPr>
          <p:cNvSpPr txBox="1">
            <a:spLocks/>
          </p:cNvSpPr>
          <p:nvPr/>
        </p:nvSpPr>
        <p:spPr>
          <a:xfrm>
            <a:off x="2865150" y="2335453"/>
            <a:ext cx="9061738" cy="231559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53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BO" sz="1500" dirty="0"/>
          </a:p>
          <a:p>
            <a:pPr marL="285750" indent="-285750">
              <a:buFont typeface="Calibri" panose="020B0604020202020204" pitchFamily="34" charset="0"/>
              <a:buChar char="-"/>
            </a:pPr>
            <a:endParaRPr lang="es-BO" sz="1500" dirty="0"/>
          </a:p>
          <a:p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10025393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549925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a 5">
            <a:extLst>
              <a:ext uri="{FF2B5EF4-FFF2-40B4-BE49-F238E27FC236}">
                <a16:creationId xmlns:a16="http://schemas.microsoft.com/office/drawing/2014/main" id="{3B0A5099-4959-4707-B60E-1A587342707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34530330"/>
              </p:ext>
            </p:extLst>
          </p:nvPr>
        </p:nvGraphicFramePr>
        <p:xfrm>
          <a:off x="1153550" y="1653833"/>
          <a:ext cx="5120639" cy="468058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24128">
                  <a:extLst>
                    <a:ext uri="{9D8B030D-6E8A-4147-A177-3AD203B41FA5}">
                      <a16:colId xmlns:a16="http://schemas.microsoft.com/office/drawing/2014/main" val="2209834924"/>
                    </a:ext>
                  </a:extLst>
                </a:gridCol>
                <a:gridCol w="4096511">
                  <a:extLst>
                    <a:ext uri="{9D8B030D-6E8A-4147-A177-3AD203B41FA5}">
                      <a16:colId xmlns:a16="http://schemas.microsoft.com/office/drawing/2014/main" val="1455800293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es-BO" sz="1400" u="none" strike="noStrike">
                          <a:effectLst/>
                        </a:rPr>
                        <a:t>Nº</a:t>
                      </a:r>
                      <a:endParaRPr lang="es-BO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BO" sz="1400" u="none" strike="noStrike">
                          <a:effectLst/>
                        </a:rPr>
                        <a:t>Columna</a:t>
                      </a:r>
                      <a:endParaRPr lang="es-BO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69730314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r" fontAlgn="ctr"/>
                      <a:r>
                        <a:rPr lang="es-BO" sz="1400" u="none" strike="noStrike">
                          <a:effectLst/>
                        </a:rPr>
                        <a:t>1</a:t>
                      </a:r>
                      <a:endParaRPr lang="es-BO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BO" sz="1400" u="none" strike="noStrike">
                          <a:effectLst/>
                        </a:rPr>
                        <a:t>customer_geolocation_lat</a:t>
                      </a:r>
                      <a:endParaRPr lang="es-BO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49729477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r" fontAlgn="ctr"/>
                      <a:r>
                        <a:rPr lang="es-BO" sz="1400" u="none" strike="noStrike">
                          <a:effectLst/>
                        </a:rPr>
                        <a:t>2</a:t>
                      </a:r>
                      <a:endParaRPr lang="es-BO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BO" sz="1400" u="none" strike="noStrike">
                          <a:effectLst/>
                        </a:rPr>
                        <a:t>customer_geolocation_lng</a:t>
                      </a:r>
                      <a:endParaRPr lang="es-BO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99984263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r" fontAlgn="ctr"/>
                      <a:r>
                        <a:rPr lang="es-BO" sz="1400" u="none" strike="noStrike">
                          <a:effectLst/>
                        </a:rPr>
                        <a:t>3</a:t>
                      </a:r>
                      <a:endParaRPr lang="es-BO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BO" sz="1400" u="none" strike="noStrike">
                          <a:effectLst/>
                        </a:rPr>
                        <a:t>customer_zip_code_prefix</a:t>
                      </a:r>
                      <a:endParaRPr lang="es-BO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72838271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r" fontAlgn="ctr"/>
                      <a:r>
                        <a:rPr lang="es-BO" sz="1400" u="none" strike="noStrike">
                          <a:effectLst/>
                        </a:rPr>
                        <a:t>4</a:t>
                      </a:r>
                      <a:endParaRPr lang="es-BO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BO" sz="1400" u="none" strike="noStrike">
                          <a:effectLst/>
                        </a:rPr>
                        <a:t>customereolocation_zip_code_prefix</a:t>
                      </a:r>
                      <a:endParaRPr lang="es-BO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58336544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r" fontAlgn="ctr"/>
                      <a:r>
                        <a:rPr lang="es-BO" sz="1400" u="none" strike="noStrike">
                          <a:effectLst/>
                        </a:rPr>
                        <a:t>5</a:t>
                      </a:r>
                      <a:endParaRPr lang="es-BO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BO" sz="1400" u="none" strike="noStrike">
                          <a:effectLst/>
                        </a:rPr>
                        <a:t>order_purchase_timestamp_year</a:t>
                      </a:r>
                      <a:endParaRPr lang="es-BO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00104446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r" fontAlgn="ctr"/>
                      <a:r>
                        <a:rPr lang="es-BO" sz="1400" u="none" strike="noStrike">
                          <a:effectLst/>
                        </a:rPr>
                        <a:t>6</a:t>
                      </a:r>
                      <a:endParaRPr lang="es-BO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BO" sz="1400" u="none" strike="noStrike">
                          <a:effectLst/>
                        </a:rPr>
                        <a:t>order_purchase_timestamp_month</a:t>
                      </a:r>
                      <a:endParaRPr lang="es-BO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76414230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r" fontAlgn="ctr"/>
                      <a:r>
                        <a:rPr lang="es-BO" sz="1400" u="none" strike="noStrike">
                          <a:effectLst/>
                        </a:rPr>
                        <a:t>7</a:t>
                      </a:r>
                      <a:endParaRPr lang="es-BO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BO" sz="1400" u="none" strike="noStrike">
                          <a:effectLst/>
                        </a:rPr>
                        <a:t>order_purchase_timestamp_day</a:t>
                      </a:r>
                      <a:endParaRPr lang="es-BO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80490661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r" fontAlgn="ctr"/>
                      <a:r>
                        <a:rPr lang="es-BO" sz="1400" u="none" strike="noStrike">
                          <a:effectLst/>
                        </a:rPr>
                        <a:t>8</a:t>
                      </a:r>
                      <a:endParaRPr lang="es-BO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BO" sz="1400" u="none" strike="noStrike" dirty="0" err="1">
                          <a:effectLst/>
                        </a:rPr>
                        <a:t>order_purchase_timestamp_dayofweek</a:t>
                      </a:r>
                      <a:endParaRPr lang="es-BO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43104718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r" fontAlgn="ctr"/>
                      <a:r>
                        <a:rPr lang="es-BO" sz="1400" u="none" strike="noStrike">
                          <a:effectLst/>
                        </a:rPr>
                        <a:t>9</a:t>
                      </a:r>
                      <a:endParaRPr lang="es-BO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BO" sz="1400" u="none" strike="noStrike">
                          <a:effectLst/>
                        </a:rPr>
                        <a:t>freight_value</a:t>
                      </a:r>
                      <a:endParaRPr lang="es-BO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51219827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r" fontAlgn="ctr"/>
                      <a:r>
                        <a:rPr lang="es-BO" sz="1400" u="none" strike="noStrike">
                          <a:effectLst/>
                        </a:rPr>
                        <a:t>10</a:t>
                      </a:r>
                      <a:endParaRPr lang="es-BO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BO" sz="1400" u="none" strike="noStrike">
                          <a:effectLst/>
                        </a:rPr>
                        <a:t>price</a:t>
                      </a:r>
                      <a:endParaRPr lang="es-BO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13407831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r" fontAlgn="ctr"/>
                      <a:r>
                        <a:rPr lang="es-BO" sz="1400" u="none" strike="noStrike">
                          <a:effectLst/>
                        </a:rPr>
                        <a:t>11</a:t>
                      </a:r>
                      <a:endParaRPr lang="es-BO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BO" sz="1400" u="none" strike="noStrike">
                          <a:effectLst/>
                        </a:rPr>
                        <a:t>payment_value</a:t>
                      </a:r>
                      <a:endParaRPr lang="es-BO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23592689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r" fontAlgn="ctr"/>
                      <a:r>
                        <a:rPr lang="es-BO" sz="1400" u="none" strike="noStrike">
                          <a:effectLst/>
                        </a:rPr>
                        <a:t>12</a:t>
                      </a:r>
                      <a:endParaRPr lang="es-BO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BO" sz="1400" u="none" strike="noStrike" dirty="0" err="1">
                          <a:effectLst/>
                        </a:rPr>
                        <a:t>product_weight_g</a:t>
                      </a:r>
                      <a:endParaRPr lang="es-BO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75112381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r" fontAlgn="ctr"/>
                      <a:r>
                        <a:rPr lang="es-BO" sz="1400" u="none" strike="noStrike">
                          <a:effectLst/>
                        </a:rPr>
                        <a:t>13</a:t>
                      </a:r>
                      <a:endParaRPr lang="es-BO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BO" sz="1400" u="none" strike="noStrike">
                          <a:effectLst/>
                        </a:rPr>
                        <a:t>product_height_cm</a:t>
                      </a:r>
                      <a:endParaRPr lang="es-BO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43058551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r" fontAlgn="ctr"/>
                      <a:r>
                        <a:rPr lang="es-BO" sz="1400" u="none" strike="noStrike">
                          <a:effectLst/>
                        </a:rPr>
                        <a:t>14</a:t>
                      </a:r>
                      <a:endParaRPr lang="es-BO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BO" sz="1400" u="none" strike="noStrike">
                          <a:effectLst/>
                        </a:rPr>
                        <a:t>product_length_cm</a:t>
                      </a:r>
                      <a:endParaRPr lang="es-BO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28715431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r" fontAlgn="ctr"/>
                      <a:r>
                        <a:rPr lang="es-BO" sz="1400" u="none" strike="noStrike">
                          <a:effectLst/>
                        </a:rPr>
                        <a:t>15</a:t>
                      </a:r>
                      <a:endParaRPr lang="es-BO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BO" sz="1400" u="none" strike="noStrike">
                          <a:effectLst/>
                        </a:rPr>
                        <a:t>product_width_cm</a:t>
                      </a:r>
                      <a:endParaRPr lang="es-BO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70489402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r" fontAlgn="ctr"/>
                      <a:r>
                        <a:rPr lang="es-BO" sz="1400" u="none" strike="noStrike">
                          <a:effectLst/>
                        </a:rPr>
                        <a:t>16</a:t>
                      </a:r>
                      <a:endParaRPr lang="es-BO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BO" sz="1400" u="none" strike="noStrike">
                          <a:effectLst/>
                        </a:rPr>
                        <a:t>review_score</a:t>
                      </a:r>
                      <a:endParaRPr lang="es-BO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46817480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r" fontAlgn="ctr"/>
                      <a:r>
                        <a:rPr lang="es-BO" sz="1400" u="none" strike="noStrike">
                          <a:effectLst/>
                        </a:rPr>
                        <a:t>17</a:t>
                      </a:r>
                      <a:endParaRPr lang="es-BO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BO" sz="1400" u="none" strike="noStrike" dirty="0" err="1">
                          <a:effectLst/>
                        </a:rPr>
                        <a:t>seller_geolocation_lat</a:t>
                      </a:r>
                      <a:endParaRPr lang="es-BO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39688056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r" fontAlgn="ctr"/>
                      <a:r>
                        <a:rPr lang="es-BO" sz="1400" u="none" strike="noStrike">
                          <a:effectLst/>
                        </a:rPr>
                        <a:t>18</a:t>
                      </a:r>
                      <a:endParaRPr lang="es-BO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BO" sz="1400" u="none" strike="noStrike">
                          <a:effectLst/>
                        </a:rPr>
                        <a:t>seller_geolocation_lng</a:t>
                      </a:r>
                      <a:endParaRPr lang="es-BO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19086065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r" fontAlgn="ctr"/>
                      <a:r>
                        <a:rPr lang="es-BO" sz="1400" u="none" strike="noStrike">
                          <a:effectLst/>
                        </a:rPr>
                        <a:t>19</a:t>
                      </a:r>
                      <a:endParaRPr lang="es-BO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BO" sz="1400" u="none" strike="noStrike">
                          <a:effectLst/>
                        </a:rPr>
                        <a:t>seller_zip_code_prefix</a:t>
                      </a:r>
                      <a:endParaRPr lang="es-BO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0523092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r" fontAlgn="ctr"/>
                      <a:r>
                        <a:rPr lang="es-BO" sz="1400" u="none" strike="noStrike">
                          <a:effectLst/>
                        </a:rPr>
                        <a:t>20</a:t>
                      </a:r>
                      <a:endParaRPr lang="es-BO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BO" sz="1400" u="none" strike="noStrike" dirty="0" err="1">
                          <a:effectLst/>
                        </a:rPr>
                        <a:t>seller_geolocation_zip_code_prefix</a:t>
                      </a:r>
                      <a:endParaRPr lang="es-BO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88531505"/>
                  </a:ext>
                </a:extLst>
              </a:tr>
            </a:tbl>
          </a:graphicData>
        </a:graphic>
      </p:graphicFrame>
      <p:graphicFrame>
        <p:nvGraphicFramePr>
          <p:cNvPr id="7" name="Tabla 6">
            <a:extLst>
              <a:ext uri="{FF2B5EF4-FFF2-40B4-BE49-F238E27FC236}">
                <a16:creationId xmlns:a16="http://schemas.microsoft.com/office/drawing/2014/main" id="{0B8276A0-44F4-4EC4-BC85-CAB122034C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4357330"/>
              </p:ext>
            </p:extLst>
          </p:nvPr>
        </p:nvGraphicFramePr>
        <p:xfrm>
          <a:off x="6625884" y="2610436"/>
          <a:ext cx="5120639" cy="50673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24128">
                  <a:extLst>
                    <a:ext uri="{9D8B030D-6E8A-4147-A177-3AD203B41FA5}">
                      <a16:colId xmlns:a16="http://schemas.microsoft.com/office/drawing/2014/main" val="2209834924"/>
                    </a:ext>
                  </a:extLst>
                </a:gridCol>
                <a:gridCol w="4096511">
                  <a:extLst>
                    <a:ext uri="{9D8B030D-6E8A-4147-A177-3AD203B41FA5}">
                      <a16:colId xmlns:a16="http://schemas.microsoft.com/office/drawing/2014/main" val="1455800293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es-BO" sz="1600" u="none" strike="noStrike" dirty="0" err="1">
                          <a:effectLst/>
                        </a:rPr>
                        <a:t>Nº</a:t>
                      </a:r>
                      <a:endParaRPr lang="es-BO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BO" sz="1600" u="none" strike="noStrike">
                          <a:effectLst/>
                        </a:rPr>
                        <a:t>Columna</a:t>
                      </a:r>
                      <a:endParaRPr lang="es-BO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69730314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r" fontAlgn="ctr"/>
                      <a:r>
                        <a:rPr lang="es-BO" sz="1600" u="none" strike="noStrike">
                          <a:effectLst/>
                        </a:rPr>
                        <a:t>1</a:t>
                      </a:r>
                      <a:endParaRPr lang="es-BO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BO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delivery_time_days</a:t>
                      </a:r>
                      <a:endParaRPr lang="es-BO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497294775"/>
                  </a:ext>
                </a:extLst>
              </a:tr>
            </a:tbl>
          </a:graphicData>
        </a:graphic>
      </p:graphicFrame>
      <p:sp>
        <p:nvSpPr>
          <p:cNvPr id="8" name="CuadroTexto 7">
            <a:extLst>
              <a:ext uri="{FF2B5EF4-FFF2-40B4-BE49-F238E27FC236}">
                <a16:creationId xmlns:a16="http://schemas.microsoft.com/office/drawing/2014/main" id="{76990805-DBAE-4B2E-8789-DFB7B5FA0D85}"/>
              </a:ext>
            </a:extLst>
          </p:cNvPr>
          <p:cNvSpPr txBox="1"/>
          <p:nvPr/>
        </p:nvSpPr>
        <p:spPr>
          <a:xfrm>
            <a:off x="3390314" y="1139483"/>
            <a:ext cx="13869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ES" dirty="0" err="1"/>
              <a:t>Feautures</a:t>
            </a:r>
            <a:endParaRPr lang="es-BO" dirty="0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02E4BD6C-88AD-4005-929E-E386D74AB00E}"/>
              </a:ext>
            </a:extLst>
          </p:cNvPr>
          <p:cNvSpPr txBox="1"/>
          <p:nvPr/>
        </p:nvSpPr>
        <p:spPr>
          <a:xfrm>
            <a:off x="8398412" y="1653833"/>
            <a:ext cx="9621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ES" dirty="0"/>
              <a:t>Target</a:t>
            </a:r>
            <a:endParaRPr lang="es-BO" dirty="0"/>
          </a:p>
        </p:txBody>
      </p:sp>
    </p:spTree>
    <p:extLst>
      <p:ext uri="{BB962C8B-B14F-4D97-AF65-F5344CB8AC3E}">
        <p14:creationId xmlns:p14="http://schemas.microsoft.com/office/powerpoint/2010/main" val="120723765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Personalizado 1">
      <a:dk1>
        <a:srgbClr val="2D317E"/>
      </a:dk1>
      <a:lt1>
        <a:srgbClr val="FFFFFF"/>
      </a:lt1>
      <a:dk2>
        <a:srgbClr val="2D317E"/>
      </a:dk2>
      <a:lt2>
        <a:srgbClr val="FFFFFF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ostgrado Tipografia">
      <a:majorFont>
        <a:latin typeface="Montserrat Black"/>
        <a:ea typeface=""/>
        <a:cs typeface=""/>
      </a:majorFont>
      <a:minorFont>
        <a:latin typeface="Montserrat SemiBol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2D317E"/>
        </a:solidFill>
        <a:ln>
          <a:noFill/>
        </a:ln>
      </a:spPr>
      <a:bodyPr rtlCol="0" anchor="ctr"/>
      <a:lstStyle>
        <a:defPPr algn="ctr">
          <a:defRPr dirty="0"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>
          <a:defRPr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97</TotalTime>
  <Words>286</Words>
  <Application>Microsoft Office PowerPoint</Application>
  <PresentationFormat>Panorámica</PresentationFormat>
  <Paragraphs>90</Paragraphs>
  <Slides>9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6" baseType="lpstr">
      <vt:lpstr>Arial</vt:lpstr>
      <vt:lpstr>Calibri</vt:lpstr>
      <vt:lpstr>Montserrat </vt:lpstr>
      <vt:lpstr>Montserrat Black</vt:lpstr>
      <vt:lpstr>Montserrat ExtraBold</vt:lpstr>
      <vt:lpstr>Montserrat SemiBold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Abraham Bautista</dc:creator>
  <cp:lastModifiedBy>Efrain Salinas</cp:lastModifiedBy>
  <cp:revision>29</cp:revision>
  <dcterms:created xsi:type="dcterms:W3CDTF">2024-05-17T22:27:18Z</dcterms:created>
  <dcterms:modified xsi:type="dcterms:W3CDTF">2025-11-27T01:22:37Z</dcterms:modified>
</cp:coreProperties>
</file>